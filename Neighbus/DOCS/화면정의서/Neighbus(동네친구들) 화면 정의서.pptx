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65" r:id="rId4"/>
    <p:sldId id="264" r:id="rId5"/>
    <p:sldId id="260" r:id="rId6"/>
    <p:sldId id="259" r:id="rId7"/>
    <p:sldId id="261" r:id="rId8"/>
    <p:sldId id="262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3193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03FCA-7146-F310-5C64-05AB842CC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9EC9CB-8C36-3B8C-F49C-85F858F8D5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6AE803-7BFC-7614-5527-8E0930773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B3799A-B05E-20AC-B311-F5C44BF958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6303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82171-B624-57AF-B9C9-2D8683908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FBF680-1478-F747-36F6-9023B33DE4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6348D8-D32D-7D32-C816-729141E80A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A25A81-761A-96E0-1F85-56544E6290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4654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26" Type="http://schemas.openxmlformats.org/officeDocument/2006/relationships/image" Target="../media/image38.png"/><Relationship Id="rId3" Type="http://schemas.openxmlformats.org/officeDocument/2006/relationships/image" Target="../media/image15.png"/><Relationship Id="rId21" Type="http://schemas.openxmlformats.org/officeDocument/2006/relationships/image" Target="../media/image33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5" Type="http://schemas.openxmlformats.org/officeDocument/2006/relationships/image" Target="../media/image3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29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24" Type="http://schemas.openxmlformats.org/officeDocument/2006/relationships/image" Target="../media/image36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23" Type="http://schemas.openxmlformats.org/officeDocument/2006/relationships/image" Target="../media/image35.png"/><Relationship Id="rId28" Type="http://schemas.openxmlformats.org/officeDocument/2006/relationships/image" Target="../media/image40.png"/><Relationship Id="rId10" Type="http://schemas.openxmlformats.org/officeDocument/2006/relationships/image" Target="../media/image22.png"/><Relationship Id="rId19" Type="http://schemas.openxmlformats.org/officeDocument/2006/relationships/image" Target="../media/image31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Relationship Id="rId22" Type="http://schemas.openxmlformats.org/officeDocument/2006/relationships/image" Target="../media/image34.png"/><Relationship Id="rId27" Type="http://schemas.openxmlformats.org/officeDocument/2006/relationships/image" Target="../media/image39.png"/><Relationship Id="rId30" Type="http://schemas.openxmlformats.org/officeDocument/2006/relationships/image" Target="../media/image4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26" Type="http://schemas.openxmlformats.org/officeDocument/2006/relationships/image" Target="../media/image38.png"/><Relationship Id="rId3" Type="http://schemas.openxmlformats.org/officeDocument/2006/relationships/image" Target="../media/image15.png"/><Relationship Id="rId21" Type="http://schemas.openxmlformats.org/officeDocument/2006/relationships/image" Target="../media/image33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5" Type="http://schemas.openxmlformats.org/officeDocument/2006/relationships/image" Target="../media/image3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29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24" Type="http://schemas.openxmlformats.org/officeDocument/2006/relationships/image" Target="../media/image36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23" Type="http://schemas.openxmlformats.org/officeDocument/2006/relationships/image" Target="../media/image35.png"/><Relationship Id="rId28" Type="http://schemas.openxmlformats.org/officeDocument/2006/relationships/image" Target="../media/image40.png"/><Relationship Id="rId10" Type="http://schemas.openxmlformats.org/officeDocument/2006/relationships/image" Target="../media/image22.png"/><Relationship Id="rId19" Type="http://schemas.openxmlformats.org/officeDocument/2006/relationships/image" Target="../media/image31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Relationship Id="rId22" Type="http://schemas.openxmlformats.org/officeDocument/2006/relationships/image" Target="../media/image34.png"/><Relationship Id="rId27" Type="http://schemas.openxmlformats.org/officeDocument/2006/relationships/image" Target="../media/image39.png"/><Relationship Id="rId30" Type="http://schemas.openxmlformats.org/officeDocument/2006/relationships/image" Target="../media/image4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3" Type="http://schemas.openxmlformats.org/officeDocument/2006/relationships/image" Target="../media/image15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17" Type="http://schemas.openxmlformats.org/officeDocument/2006/relationships/image" Target="../media/image55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17.pn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4" Type="http://schemas.openxmlformats.org/officeDocument/2006/relationships/image" Target="../media/image16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4.png"/><Relationship Id="rId18" Type="http://schemas.openxmlformats.org/officeDocument/2006/relationships/image" Target="../media/image69.png"/><Relationship Id="rId26" Type="http://schemas.openxmlformats.org/officeDocument/2006/relationships/image" Target="../media/image77.png"/><Relationship Id="rId3" Type="http://schemas.openxmlformats.org/officeDocument/2006/relationships/image" Target="../media/image56.png"/><Relationship Id="rId21" Type="http://schemas.openxmlformats.org/officeDocument/2006/relationships/image" Target="../media/image72.png"/><Relationship Id="rId7" Type="http://schemas.openxmlformats.org/officeDocument/2006/relationships/image" Target="../media/image59.png"/><Relationship Id="rId12" Type="http://schemas.openxmlformats.org/officeDocument/2006/relationships/image" Target="../media/image63.png"/><Relationship Id="rId17" Type="http://schemas.openxmlformats.org/officeDocument/2006/relationships/image" Target="../media/image68.png"/><Relationship Id="rId25" Type="http://schemas.openxmlformats.org/officeDocument/2006/relationships/image" Target="../media/image76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7.png"/><Relationship Id="rId20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11" Type="http://schemas.openxmlformats.org/officeDocument/2006/relationships/image" Target="../media/image62.png"/><Relationship Id="rId24" Type="http://schemas.openxmlformats.org/officeDocument/2006/relationships/image" Target="../media/image75.png"/><Relationship Id="rId5" Type="http://schemas.openxmlformats.org/officeDocument/2006/relationships/image" Target="../media/image17.png"/><Relationship Id="rId15" Type="http://schemas.openxmlformats.org/officeDocument/2006/relationships/image" Target="../media/image66.png"/><Relationship Id="rId23" Type="http://schemas.openxmlformats.org/officeDocument/2006/relationships/image" Target="../media/image74.png"/><Relationship Id="rId10" Type="http://schemas.openxmlformats.org/officeDocument/2006/relationships/image" Target="../media/image54.png"/><Relationship Id="rId19" Type="http://schemas.openxmlformats.org/officeDocument/2006/relationships/image" Target="../media/image70.png"/><Relationship Id="rId4" Type="http://schemas.openxmlformats.org/officeDocument/2006/relationships/image" Target="../media/image57.png"/><Relationship Id="rId9" Type="http://schemas.openxmlformats.org/officeDocument/2006/relationships/image" Target="../media/image61.png"/><Relationship Id="rId14" Type="http://schemas.openxmlformats.org/officeDocument/2006/relationships/image" Target="../media/image65.png"/><Relationship Id="rId22" Type="http://schemas.openxmlformats.org/officeDocument/2006/relationships/image" Target="../media/image73.png"/><Relationship Id="rId27" Type="http://schemas.openxmlformats.org/officeDocument/2006/relationships/image" Target="../media/image7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84.png"/><Relationship Id="rId18" Type="http://schemas.openxmlformats.org/officeDocument/2006/relationships/image" Target="../media/image88.png"/><Relationship Id="rId3" Type="http://schemas.openxmlformats.org/officeDocument/2006/relationships/image" Target="../media/image15.png"/><Relationship Id="rId21" Type="http://schemas.openxmlformats.org/officeDocument/2006/relationships/image" Target="../media/image91.png"/><Relationship Id="rId7" Type="http://schemas.openxmlformats.org/officeDocument/2006/relationships/image" Target="../media/image80.png"/><Relationship Id="rId12" Type="http://schemas.openxmlformats.org/officeDocument/2006/relationships/image" Target="../media/image83.png"/><Relationship Id="rId17" Type="http://schemas.openxmlformats.org/officeDocument/2006/relationships/image" Target="../media/image54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87.png"/><Relationship Id="rId20" Type="http://schemas.openxmlformats.org/officeDocument/2006/relationships/image" Target="../media/image9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png"/><Relationship Id="rId11" Type="http://schemas.openxmlformats.org/officeDocument/2006/relationships/image" Target="../media/image48.png"/><Relationship Id="rId5" Type="http://schemas.openxmlformats.org/officeDocument/2006/relationships/image" Target="../media/image17.png"/><Relationship Id="rId15" Type="http://schemas.openxmlformats.org/officeDocument/2006/relationships/image" Target="../media/image86.png"/><Relationship Id="rId23" Type="http://schemas.openxmlformats.org/officeDocument/2006/relationships/image" Target="../media/image93.png"/><Relationship Id="rId10" Type="http://schemas.openxmlformats.org/officeDocument/2006/relationships/image" Target="../media/image47.png"/><Relationship Id="rId19" Type="http://schemas.openxmlformats.org/officeDocument/2006/relationships/image" Target="../media/image89.png"/><Relationship Id="rId4" Type="http://schemas.openxmlformats.org/officeDocument/2006/relationships/image" Target="../media/image16.png"/><Relationship Id="rId9" Type="http://schemas.openxmlformats.org/officeDocument/2006/relationships/image" Target="../media/image82.png"/><Relationship Id="rId14" Type="http://schemas.openxmlformats.org/officeDocument/2006/relationships/image" Target="../media/image85.png"/><Relationship Id="rId22" Type="http://schemas.openxmlformats.org/officeDocument/2006/relationships/image" Target="../media/image9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15.png"/><Relationship Id="rId7" Type="http://schemas.openxmlformats.org/officeDocument/2006/relationships/image" Target="../media/image9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4.png"/><Relationship Id="rId5" Type="http://schemas.openxmlformats.org/officeDocument/2006/relationships/image" Target="../media/image17.png"/><Relationship Id="rId10" Type="http://schemas.openxmlformats.org/officeDocument/2006/relationships/image" Target="../media/image97.png"/><Relationship Id="rId4" Type="http://schemas.openxmlformats.org/officeDocument/2006/relationships/image" Target="../media/image16.png"/><Relationship Id="rId9" Type="http://schemas.openxmlformats.org/officeDocument/2006/relationships/image" Target="../media/image5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13" Type="http://schemas.openxmlformats.org/officeDocument/2006/relationships/image" Target="../media/image106.png"/><Relationship Id="rId3" Type="http://schemas.openxmlformats.org/officeDocument/2006/relationships/image" Target="../media/image15.png"/><Relationship Id="rId7" Type="http://schemas.openxmlformats.org/officeDocument/2006/relationships/image" Target="../media/image100.png"/><Relationship Id="rId12" Type="http://schemas.openxmlformats.org/officeDocument/2006/relationships/image" Target="../media/image10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9.png"/><Relationship Id="rId11" Type="http://schemas.openxmlformats.org/officeDocument/2006/relationships/image" Target="../media/image104.png"/><Relationship Id="rId5" Type="http://schemas.openxmlformats.org/officeDocument/2006/relationships/image" Target="../media/image98.png"/><Relationship Id="rId10" Type="http://schemas.openxmlformats.org/officeDocument/2006/relationships/image" Target="../media/image103.png"/><Relationship Id="rId4" Type="http://schemas.openxmlformats.org/officeDocument/2006/relationships/image" Target="../media/image17.png"/><Relationship Id="rId9" Type="http://schemas.openxmlformats.org/officeDocument/2006/relationships/image" Target="../media/image102.png"/><Relationship Id="rId14" Type="http://schemas.openxmlformats.org/officeDocument/2006/relationships/image" Target="../media/image10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685800"/>
            <a:ext cx="1524000" cy="126682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3600" y="4114800"/>
            <a:ext cx="1143000" cy="94297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2057400"/>
            <a:ext cx="514350" cy="7048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8400" y="4800600"/>
            <a:ext cx="1143000" cy="94297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32362" y="1715839"/>
            <a:ext cx="1738593" cy="830986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3902" y="2347011"/>
            <a:ext cx="2767528" cy="767177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88856" y="4116714"/>
            <a:ext cx="2076510" cy="1215371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41278" y="1123950"/>
            <a:ext cx="6509445" cy="46101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0" y="1504950"/>
            <a:ext cx="762000" cy="762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81688" y="1695450"/>
            <a:ext cx="428625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53409" y="4248150"/>
            <a:ext cx="28575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34050" y="4248150"/>
            <a:ext cx="28575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21959" y="4248150"/>
            <a:ext cx="22860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88287" y="4248150"/>
            <a:ext cx="257175" cy="3048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2921853" y="2495550"/>
            <a:ext cx="6348293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Neighbus (동네친구들)</a:t>
            </a:r>
            <a:endParaRPr lang="en-US" sz="3600" dirty="0"/>
          </a:p>
        </p:txBody>
      </p:sp>
      <p:sp>
        <p:nvSpPr>
          <p:cNvPr id="18" name="Text 1"/>
          <p:cNvSpPr/>
          <p:nvPr/>
        </p:nvSpPr>
        <p:spPr>
          <a:xfrm>
            <a:off x="3450878" y="3105150"/>
            <a:ext cx="5290245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6A34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화면 정의서</a:t>
            </a:r>
            <a:endParaRPr lang="en-US" sz="2250" dirty="0"/>
          </a:p>
        </p:txBody>
      </p:sp>
      <p:sp>
        <p:nvSpPr>
          <p:cNvPr id="19" name="Text 2"/>
          <p:cNvSpPr/>
          <p:nvPr/>
        </p:nvSpPr>
        <p:spPr>
          <a:xfrm>
            <a:off x="3450878" y="3676650"/>
            <a:ext cx="529024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지역 기반 커뮤니티 서비스 플랫폼</a:t>
            </a:r>
            <a:endParaRPr lang="en-US" sz="1500" dirty="0"/>
          </a:p>
        </p:txBody>
      </p:sp>
      <p:sp>
        <p:nvSpPr>
          <p:cNvPr id="20" name="Text 3"/>
          <p:cNvSpPr/>
          <p:nvPr/>
        </p:nvSpPr>
        <p:spPr>
          <a:xfrm>
            <a:off x="4185315" y="4629150"/>
            <a:ext cx="122193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동네 친구 만들기</a:t>
            </a:r>
            <a:endParaRPr lang="en-US" sz="1050" dirty="0"/>
          </a:p>
        </p:txBody>
      </p:sp>
      <p:sp>
        <p:nvSpPr>
          <p:cNvPr id="21" name="Text 4"/>
          <p:cNvSpPr/>
          <p:nvPr/>
        </p:nvSpPr>
        <p:spPr>
          <a:xfrm>
            <a:off x="5556885" y="4629150"/>
            <a:ext cx="6400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소통하기</a:t>
            </a:r>
            <a:endParaRPr lang="en-US" sz="1050" dirty="0"/>
          </a:p>
        </p:txBody>
      </p:sp>
      <p:sp>
        <p:nvSpPr>
          <p:cNvPr id="22" name="Text 5"/>
          <p:cNvSpPr/>
          <p:nvPr/>
        </p:nvSpPr>
        <p:spPr>
          <a:xfrm>
            <a:off x="6390843" y="4629150"/>
            <a:ext cx="69097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정보 교환</a:t>
            </a:r>
            <a:endParaRPr lang="en-US" sz="1050" dirty="0"/>
          </a:p>
        </p:txBody>
      </p:sp>
      <p:sp>
        <p:nvSpPr>
          <p:cNvPr id="23" name="Text 6"/>
          <p:cNvSpPr/>
          <p:nvPr/>
        </p:nvSpPr>
        <p:spPr>
          <a:xfrm>
            <a:off x="7271459" y="4629150"/>
            <a:ext cx="69097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동네 활동</a:t>
            </a:r>
            <a:endParaRPr lang="en-US" sz="1050" dirty="0"/>
          </a:p>
        </p:txBody>
      </p:sp>
      <p:sp>
        <p:nvSpPr>
          <p:cNvPr id="24" name="Text 7"/>
          <p:cNvSpPr/>
          <p:nvPr/>
        </p:nvSpPr>
        <p:spPr>
          <a:xfrm>
            <a:off x="3450878" y="5124450"/>
            <a:ext cx="529024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작성일: 2025년 11월 15일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534" y="857250"/>
            <a:ext cx="12192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7902" y="1162050"/>
            <a:ext cx="5448300" cy="1714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0302" y="1314450"/>
            <a:ext cx="3048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2" y="139065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0302" y="1695450"/>
            <a:ext cx="2514600" cy="457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4602" y="1847850"/>
            <a:ext cx="17145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39202" y="1695450"/>
            <a:ext cx="2514600" cy="457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53502" y="184785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0302" y="2266950"/>
            <a:ext cx="2514600" cy="457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4602" y="241935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39202" y="2266950"/>
            <a:ext cx="2514600" cy="457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53502" y="2419350"/>
            <a:ext cx="1905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57902" y="2990850"/>
            <a:ext cx="5448300" cy="1828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10302" y="3143250"/>
            <a:ext cx="304800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86502" y="321945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10302" y="3524250"/>
            <a:ext cx="2514600" cy="1143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4602" y="3933825"/>
            <a:ext cx="133350" cy="1333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4602" y="4162425"/>
            <a:ext cx="133350" cy="1333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4602" y="4391025"/>
            <a:ext cx="133350" cy="1333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839202" y="3524250"/>
            <a:ext cx="2514600" cy="11430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953502" y="3933825"/>
            <a:ext cx="133350" cy="13335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953502" y="4162425"/>
            <a:ext cx="133350" cy="13335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953502" y="4391025"/>
            <a:ext cx="133350" cy="133350"/>
          </a:xfrm>
          <a:prstGeom prst="rect">
            <a:avLst/>
          </a:prstGeom>
        </p:spPr>
      </p:pic>
      <p:pic>
        <p:nvPicPr>
          <p:cNvPr id="51" name="Image 4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172200" y="4922287"/>
            <a:ext cx="5448300" cy="1524000"/>
          </a:xfrm>
          <a:prstGeom prst="rect">
            <a:avLst/>
          </a:prstGeom>
        </p:spPr>
      </p:pic>
      <p:pic>
        <p:nvPicPr>
          <p:cNvPr id="52" name="Image 5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24600" y="5074687"/>
            <a:ext cx="304800" cy="304800"/>
          </a:xfrm>
          <a:prstGeom prst="rect">
            <a:avLst/>
          </a:prstGeom>
        </p:spPr>
      </p:pic>
      <p:pic>
        <p:nvPicPr>
          <p:cNvPr id="53" name="Image 5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00800" y="5150887"/>
            <a:ext cx="152400" cy="152400"/>
          </a:xfrm>
          <a:prstGeom prst="rect">
            <a:avLst/>
          </a:prstGeom>
        </p:spPr>
      </p:pic>
      <p:pic>
        <p:nvPicPr>
          <p:cNvPr id="54" name="Image 5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324600" y="5455687"/>
            <a:ext cx="2514600" cy="838200"/>
          </a:xfrm>
          <a:prstGeom prst="rect">
            <a:avLst/>
          </a:prstGeom>
        </p:spPr>
      </p:pic>
      <p:pic>
        <p:nvPicPr>
          <p:cNvPr id="55" name="Image 53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00800" y="5569987"/>
            <a:ext cx="152400" cy="152400"/>
          </a:xfrm>
          <a:prstGeom prst="rect">
            <a:avLst/>
          </a:prstGeom>
        </p:spPr>
      </p:pic>
      <p:pic>
        <p:nvPicPr>
          <p:cNvPr id="56" name="Image 54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00800" y="5836687"/>
            <a:ext cx="114300" cy="152400"/>
          </a:xfrm>
          <a:prstGeom prst="rect">
            <a:avLst/>
          </a:prstGeom>
        </p:spPr>
      </p:pic>
      <p:pic>
        <p:nvPicPr>
          <p:cNvPr id="57" name="Image 5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00800" y="6065287"/>
            <a:ext cx="114300" cy="152400"/>
          </a:xfrm>
          <a:prstGeom prst="rect">
            <a:avLst/>
          </a:prstGeom>
        </p:spPr>
      </p:pic>
      <p:pic>
        <p:nvPicPr>
          <p:cNvPr id="58" name="Image 5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953500" y="5455687"/>
            <a:ext cx="2514600" cy="838200"/>
          </a:xfrm>
          <a:prstGeom prst="rect">
            <a:avLst/>
          </a:prstGeom>
        </p:spPr>
      </p:pic>
      <p:pic>
        <p:nvPicPr>
          <p:cNvPr id="59" name="Image 57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029700" y="5569987"/>
            <a:ext cx="152400" cy="152400"/>
          </a:xfrm>
          <a:prstGeom prst="rect">
            <a:avLst/>
          </a:prstGeom>
        </p:spPr>
      </p:pic>
      <p:pic>
        <p:nvPicPr>
          <p:cNvPr id="60" name="Image 58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029700" y="5836687"/>
            <a:ext cx="114300" cy="152400"/>
          </a:xfrm>
          <a:prstGeom prst="rect">
            <a:avLst/>
          </a:prstGeom>
        </p:spPr>
      </p:pic>
      <p:pic>
        <p:nvPicPr>
          <p:cNvPr id="61" name="Image 59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029700" y="6065287"/>
            <a:ext cx="114300" cy="152400"/>
          </a:xfrm>
          <a:prstGeom prst="rect">
            <a:avLst/>
          </a:prstGeom>
        </p:spPr>
      </p:pic>
      <p:sp>
        <p:nvSpPr>
          <p:cNvPr id="62" name="Text 0"/>
          <p:cNvSpPr/>
          <p:nvPr/>
        </p:nvSpPr>
        <p:spPr>
          <a:xfrm>
            <a:off x="571500" y="285750"/>
            <a:ext cx="11049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ko-KR" altLang="en-US" sz="2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로그인 페이지 </a:t>
            </a:r>
            <a:r>
              <a:rPr lang="en-US" sz="2700" b="1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</a:t>
            </a:r>
            <a:endParaRPr lang="en-US" sz="2700" dirty="0"/>
          </a:p>
        </p:txBody>
      </p:sp>
      <p:sp>
        <p:nvSpPr>
          <p:cNvPr id="63" name="Text 1"/>
          <p:cNvSpPr/>
          <p:nvPr/>
        </p:nvSpPr>
        <p:spPr>
          <a:xfrm>
            <a:off x="1737831" y="742950"/>
            <a:ext cx="644669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회원가입/로그인 화면의 주요 기능, UI 구성 요소, 사용자 인터랙션 흐름</a:t>
            </a:r>
            <a:endParaRPr lang="en-US" sz="1350" dirty="0"/>
          </a:p>
        </p:txBody>
      </p:sp>
      <p:sp>
        <p:nvSpPr>
          <p:cNvPr id="64" name="Text 2"/>
          <p:cNvSpPr/>
          <p:nvPr/>
        </p:nvSpPr>
        <p:spPr>
          <a:xfrm>
            <a:off x="6629402" y="1333500"/>
            <a:ext cx="97797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1500" dirty="0"/>
          </a:p>
        </p:txBody>
      </p:sp>
      <p:sp>
        <p:nvSpPr>
          <p:cNvPr id="65" name="Text 3"/>
          <p:cNvSpPr/>
          <p:nvPr/>
        </p:nvSpPr>
        <p:spPr>
          <a:xfrm>
            <a:off x="6572252" y="1809750"/>
            <a:ext cx="15646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간편한 소셜 로그인</a:t>
            </a:r>
            <a:endParaRPr lang="en-US" sz="1200" dirty="0"/>
          </a:p>
        </p:txBody>
      </p:sp>
      <p:sp>
        <p:nvSpPr>
          <p:cNvPr id="66" name="Text 4"/>
          <p:cNvSpPr/>
          <p:nvPr/>
        </p:nvSpPr>
        <p:spPr>
          <a:xfrm>
            <a:off x="9182102" y="1809750"/>
            <a:ext cx="15646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이메일 가입/로그인</a:t>
            </a:r>
            <a:endParaRPr lang="en-US" sz="1200" dirty="0"/>
          </a:p>
        </p:txBody>
      </p:sp>
      <p:sp>
        <p:nvSpPr>
          <p:cNvPr id="67" name="Text 5"/>
          <p:cNvSpPr/>
          <p:nvPr/>
        </p:nvSpPr>
        <p:spPr>
          <a:xfrm>
            <a:off x="6553202" y="2381250"/>
            <a:ext cx="114817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비밀번호 찾기</a:t>
            </a:r>
            <a:endParaRPr lang="en-US" sz="1200" dirty="0"/>
          </a:p>
        </p:txBody>
      </p:sp>
      <p:sp>
        <p:nvSpPr>
          <p:cNvPr id="68" name="Text 6"/>
          <p:cNvSpPr/>
          <p:nvPr/>
        </p:nvSpPr>
        <p:spPr>
          <a:xfrm>
            <a:off x="9220202" y="2381250"/>
            <a:ext cx="11989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회원 정보 보호</a:t>
            </a:r>
            <a:endParaRPr lang="en-US" sz="1200" dirty="0"/>
          </a:p>
        </p:txBody>
      </p:sp>
      <p:sp>
        <p:nvSpPr>
          <p:cNvPr id="69" name="Text 7"/>
          <p:cNvSpPr/>
          <p:nvPr/>
        </p:nvSpPr>
        <p:spPr>
          <a:xfrm>
            <a:off x="6629402" y="3162300"/>
            <a:ext cx="127015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구성 요소</a:t>
            </a:r>
            <a:endParaRPr lang="en-US" sz="1500" dirty="0"/>
          </a:p>
        </p:txBody>
      </p:sp>
      <p:sp>
        <p:nvSpPr>
          <p:cNvPr id="70" name="Text 8"/>
          <p:cNvSpPr/>
          <p:nvPr/>
        </p:nvSpPr>
        <p:spPr>
          <a:xfrm>
            <a:off x="6324602" y="3638550"/>
            <a:ext cx="2286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로그인 화면</a:t>
            </a:r>
            <a:endParaRPr lang="en-US" sz="1200" dirty="0"/>
          </a:p>
        </p:txBody>
      </p:sp>
      <p:sp>
        <p:nvSpPr>
          <p:cNvPr id="71" name="Text 9"/>
          <p:cNvSpPr/>
          <p:nvPr/>
        </p:nvSpPr>
        <p:spPr>
          <a:xfrm>
            <a:off x="6343652" y="3905250"/>
            <a:ext cx="2476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아이디/비밀번호 입력 필드</a:t>
            </a:r>
            <a:endParaRPr lang="en-US" sz="1050" dirty="0"/>
          </a:p>
        </p:txBody>
      </p:sp>
      <p:sp>
        <p:nvSpPr>
          <p:cNvPr id="72" name="Text 10"/>
          <p:cNvSpPr/>
          <p:nvPr/>
        </p:nvSpPr>
        <p:spPr>
          <a:xfrm>
            <a:off x="6343652" y="4133850"/>
            <a:ext cx="2476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로그인 버튼</a:t>
            </a:r>
            <a:endParaRPr lang="en-US" sz="1050" dirty="0"/>
          </a:p>
        </p:txBody>
      </p:sp>
      <p:sp>
        <p:nvSpPr>
          <p:cNvPr id="73" name="Text 11"/>
          <p:cNvSpPr/>
          <p:nvPr/>
        </p:nvSpPr>
        <p:spPr>
          <a:xfrm>
            <a:off x="6343652" y="4362450"/>
            <a:ext cx="2476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비밀번호 찾기 링크</a:t>
            </a:r>
            <a:endParaRPr lang="en-US" sz="1050" dirty="0"/>
          </a:p>
        </p:txBody>
      </p:sp>
      <p:sp>
        <p:nvSpPr>
          <p:cNvPr id="74" name="Text 12"/>
          <p:cNvSpPr/>
          <p:nvPr/>
        </p:nvSpPr>
        <p:spPr>
          <a:xfrm>
            <a:off x="8953502" y="3638550"/>
            <a:ext cx="2286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회원가입 화면</a:t>
            </a:r>
            <a:endParaRPr lang="en-US" sz="1200" dirty="0"/>
          </a:p>
        </p:txBody>
      </p:sp>
      <p:sp>
        <p:nvSpPr>
          <p:cNvPr id="75" name="Text 13"/>
          <p:cNvSpPr/>
          <p:nvPr/>
        </p:nvSpPr>
        <p:spPr>
          <a:xfrm>
            <a:off x="8972552" y="3905250"/>
            <a:ext cx="2971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이름, 아이디, 비밀번호 필드</a:t>
            </a:r>
            <a:endParaRPr lang="en-US" sz="1050" dirty="0"/>
          </a:p>
        </p:txBody>
      </p:sp>
      <p:sp>
        <p:nvSpPr>
          <p:cNvPr id="76" name="Text 14"/>
          <p:cNvSpPr/>
          <p:nvPr/>
        </p:nvSpPr>
        <p:spPr>
          <a:xfrm>
            <a:off x="8972552" y="4133850"/>
            <a:ext cx="2971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 err="1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생년월</a:t>
            </a:r>
            <a:r>
              <a:rPr lang="ko-KR" alt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</a:t>
            </a: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성별 선택 옵션</a:t>
            </a:r>
            <a:endParaRPr lang="en-US" sz="1050" dirty="0"/>
          </a:p>
        </p:txBody>
      </p:sp>
      <p:sp>
        <p:nvSpPr>
          <p:cNvPr id="77" name="Text 15"/>
          <p:cNvSpPr/>
          <p:nvPr/>
        </p:nvSpPr>
        <p:spPr>
          <a:xfrm>
            <a:off x="8972552" y="4362450"/>
            <a:ext cx="2476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주소 정보 입력 칸</a:t>
            </a:r>
            <a:endParaRPr lang="en-US" sz="1050" dirty="0"/>
          </a:p>
        </p:txBody>
      </p:sp>
      <p:sp>
        <p:nvSpPr>
          <p:cNvPr id="88" name="Text 26"/>
          <p:cNvSpPr/>
          <p:nvPr/>
        </p:nvSpPr>
        <p:spPr>
          <a:xfrm>
            <a:off x="6743700" y="5093737"/>
            <a:ext cx="97797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예외 처리</a:t>
            </a:r>
            <a:endParaRPr lang="en-US" sz="1500" dirty="0"/>
          </a:p>
        </p:txBody>
      </p:sp>
      <p:sp>
        <p:nvSpPr>
          <p:cNvPr id="89" name="Text 27"/>
          <p:cNvSpPr/>
          <p:nvPr/>
        </p:nvSpPr>
        <p:spPr>
          <a:xfrm>
            <a:off x="6629400" y="5531887"/>
            <a:ext cx="2362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로그인 실패</a:t>
            </a:r>
            <a:endParaRPr lang="en-US" sz="1200" dirty="0"/>
          </a:p>
        </p:txBody>
      </p:sp>
      <p:sp>
        <p:nvSpPr>
          <p:cNvPr id="90" name="Text 28"/>
          <p:cNvSpPr/>
          <p:nvPr/>
        </p:nvSpPr>
        <p:spPr>
          <a:xfrm>
            <a:off x="6553200" y="5798587"/>
            <a:ext cx="179843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아이디/비밀번호 오류 시 처리</a:t>
            </a:r>
            <a:endParaRPr lang="en-US" sz="900" dirty="0"/>
          </a:p>
        </p:txBody>
      </p:sp>
      <p:sp>
        <p:nvSpPr>
          <p:cNvPr id="91" name="Text 29"/>
          <p:cNvSpPr/>
          <p:nvPr/>
        </p:nvSpPr>
        <p:spPr>
          <a:xfrm>
            <a:off x="6553200" y="6027187"/>
            <a:ext cx="132605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5회 실패 시 계정 잠금</a:t>
            </a:r>
            <a:endParaRPr lang="en-US" sz="900" dirty="0"/>
          </a:p>
        </p:txBody>
      </p:sp>
      <p:sp>
        <p:nvSpPr>
          <p:cNvPr id="92" name="Text 30"/>
          <p:cNvSpPr/>
          <p:nvPr/>
        </p:nvSpPr>
        <p:spPr>
          <a:xfrm>
            <a:off x="9258300" y="5531887"/>
            <a:ext cx="2362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16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회원가입 문제</a:t>
            </a:r>
            <a:endParaRPr lang="en-US" sz="1200" dirty="0"/>
          </a:p>
        </p:txBody>
      </p:sp>
      <p:sp>
        <p:nvSpPr>
          <p:cNvPr id="93" name="Text 31"/>
          <p:cNvSpPr/>
          <p:nvPr/>
        </p:nvSpPr>
        <p:spPr>
          <a:xfrm>
            <a:off x="9182100" y="5798587"/>
            <a:ext cx="152411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형식 불일치 시 경고</a:t>
            </a:r>
            <a:endParaRPr lang="en-US" sz="900" dirty="0"/>
          </a:p>
        </p:txBody>
      </p:sp>
      <p:sp>
        <p:nvSpPr>
          <p:cNvPr id="94" name="Text 32"/>
          <p:cNvSpPr/>
          <p:nvPr/>
        </p:nvSpPr>
        <p:spPr>
          <a:xfrm>
            <a:off x="9182100" y="6027187"/>
            <a:ext cx="166127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아이디/이메일 시 경고</a:t>
            </a:r>
            <a:endParaRPr lang="en-US" sz="900" dirty="0"/>
          </a:p>
        </p:txBody>
      </p:sp>
      <p:pic>
        <p:nvPicPr>
          <p:cNvPr id="96" name="그림 95">
            <a:extLst>
              <a:ext uri="{FF2B5EF4-FFF2-40B4-BE49-F238E27FC236}">
                <a16:creationId xmlns:a16="http://schemas.microsoft.com/office/drawing/2014/main" id="{92982A36-2AF4-5047-0494-D0E75066BAFF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41216" y="1066800"/>
            <a:ext cx="5383406" cy="56959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40C71-10BD-5052-5E7F-87D82BA6E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6ABF9A25-1C47-8F93-265C-3F0C5AFC45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9331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54E09F27-081D-FD3E-6593-9EF005E47E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8098" y="1905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1A793AD3-F2B3-B0D9-F70D-16113913F1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534" y="857250"/>
            <a:ext cx="1219200" cy="38100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5E4D2523-3968-7E42-9EF3-7C8F8DB5B5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7902" y="1162050"/>
            <a:ext cx="5448300" cy="1714500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CFE8E876-83AB-F112-1FEC-DD454E0146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0302" y="1314450"/>
            <a:ext cx="304800" cy="304800"/>
          </a:xfrm>
          <a:prstGeom prst="rect">
            <a:avLst/>
          </a:prstGeom>
        </p:spPr>
      </p:pic>
      <p:pic>
        <p:nvPicPr>
          <p:cNvPr id="7" name="Image 5" descr="preencoded.png">
            <a:extLst>
              <a:ext uri="{FF2B5EF4-FFF2-40B4-BE49-F238E27FC236}">
                <a16:creationId xmlns:a16="http://schemas.microsoft.com/office/drawing/2014/main" id="{72898534-FAE8-C60F-3710-1EB8A8FBFE0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2" y="139065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>
            <a:extLst>
              <a:ext uri="{FF2B5EF4-FFF2-40B4-BE49-F238E27FC236}">
                <a16:creationId xmlns:a16="http://schemas.microsoft.com/office/drawing/2014/main" id="{4041DCA8-22C3-519D-2920-601F78E335E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0302" y="1695450"/>
            <a:ext cx="2514600" cy="457200"/>
          </a:xfrm>
          <a:prstGeom prst="rect">
            <a:avLst/>
          </a:prstGeom>
        </p:spPr>
      </p:pic>
      <p:pic>
        <p:nvPicPr>
          <p:cNvPr id="9" name="Image 7" descr="preencoded.png">
            <a:extLst>
              <a:ext uri="{FF2B5EF4-FFF2-40B4-BE49-F238E27FC236}">
                <a16:creationId xmlns:a16="http://schemas.microsoft.com/office/drawing/2014/main" id="{6F406339-2D39-A3C8-0F7D-474DC07E4A2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4602" y="1847850"/>
            <a:ext cx="171450" cy="152400"/>
          </a:xfrm>
          <a:prstGeom prst="rect">
            <a:avLst/>
          </a:prstGeom>
        </p:spPr>
      </p:pic>
      <p:pic>
        <p:nvPicPr>
          <p:cNvPr id="10" name="Image 8" descr="preencoded.png">
            <a:extLst>
              <a:ext uri="{FF2B5EF4-FFF2-40B4-BE49-F238E27FC236}">
                <a16:creationId xmlns:a16="http://schemas.microsoft.com/office/drawing/2014/main" id="{BE3B8941-46F6-F2D2-B1DF-86DF7248870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39202" y="1695450"/>
            <a:ext cx="2514600" cy="457200"/>
          </a:xfrm>
          <a:prstGeom prst="rect">
            <a:avLst/>
          </a:prstGeom>
        </p:spPr>
      </p:pic>
      <p:pic>
        <p:nvPicPr>
          <p:cNvPr id="11" name="Image 9" descr="preencoded.png">
            <a:extLst>
              <a:ext uri="{FF2B5EF4-FFF2-40B4-BE49-F238E27FC236}">
                <a16:creationId xmlns:a16="http://schemas.microsoft.com/office/drawing/2014/main" id="{BA3CEA13-8C79-3F57-179F-9BB429AB11F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53502" y="184785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>
            <a:extLst>
              <a:ext uri="{FF2B5EF4-FFF2-40B4-BE49-F238E27FC236}">
                <a16:creationId xmlns:a16="http://schemas.microsoft.com/office/drawing/2014/main" id="{1A6ECFF8-6418-480B-D03D-20DC613AB41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0302" y="2266950"/>
            <a:ext cx="2514600" cy="457200"/>
          </a:xfrm>
          <a:prstGeom prst="rect">
            <a:avLst/>
          </a:prstGeom>
        </p:spPr>
      </p:pic>
      <p:pic>
        <p:nvPicPr>
          <p:cNvPr id="13" name="Image 11" descr="preencoded.png">
            <a:extLst>
              <a:ext uri="{FF2B5EF4-FFF2-40B4-BE49-F238E27FC236}">
                <a16:creationId xmlns:a16="http://schemas.microsoft.com/office/drawing/2014/main" id="{D32A81EE-78AD-7D58-0147-FCE115E2C5B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4602" y="241935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>
            <a:extLst>
              <a:ext uri="{FF2B5EF4-FFF2-40B4-BE49-F238E27FC236}">
                <a16:creationId xmlns:a16="http://schemas.microsoft.com/office/drawing/2014/main" id="{C5090606-5B76-A2B3-F43B-5BBB61E9A24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39202" y="2266950"/>
            <a:ext cx="2514600" cy="457200"/>
          </a:xfrm>
          <a:prstGeom prst="rect">
            <a:avLst/>
          </a:prstGeom>
        </p:spPr>
      </p:pic>
      <p:pic>
        <p:nvPicPr>
          <p:cNvPr id="15" name="Image 13" descr="preencoded.png">
            <a:extLst>
              <a:ext uri="{FF2B5EF4-FFF2-40B4-BE49-F238E27FC236}">
                <a16:creationId xmlns:a16="http://schemas.microsoft.com/office/drawing/2014/main" id="{FA70ED9C-65BE-F859-E657-672BF9951D3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53502" y="2419350"/>
            <a:ext cx="190500" cy="152400"/>
          </a:xfrm>
          <a:prstGeom prst="rect">
            <a:avLst/>
          </a:prstGeom>
        </p:spPr>
      </p:pic>
      <p:pic>
        <p:nvPicPr>
          <p:cNvPr id="16" name="Image 14" descr="preencoded.png">
            <a:extLst>
              <a:ext uri="{FF2B5EF4-FFF2-40B4-BE49-F238E27FC236}">
                <a16:creationId xmlns:a16="http://schemas.microsoft.com/office/drawing/2014/main" id="{BDD9CECE-0477-CC4D-B431-FE5AF53CB61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57902" y="2990850"/>
            <a:ext cx="5448300" cy="1828800"/>
          </a:xfrm>
          <a:prstGeom prst="rect">
            <a:avLst/>
          </a:prstGeom>
        </p:spPr>
      </p:pic>
      <p:pic>
        <p:nvPicPr>
          <p:cNvPr id="17" name="Image 15" descr="preencoded.png">
            <a:extLst>
              <a:ext uri="{FF2B5EF4-FFF2-40B4-BE49-F238E27FC236}">
                <a16:creationId xmlns:a16="http://schemas.microsoft.com/office/drawing/2014/main" id="{83C8F040-AED1-9634-5E0D-932A0621D98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10302" y="3143250"/>
            <a:ext cx="304800" cy="304800"/>
          </a:xfrm>
          <a:prstGeom prst="rect">
            <a:avLst/>
          </a:prstGeom>
        </p:spPr>
      </p:pic>
      <p:pic>
        <p:nvPicPr>
          <p:cNvPr id="18" name="Image 16" descr="preencoded.png">
            <a:extLst>
              <a:ext uri="{FF2B5EF4-FFF2-40B4-BE49-F238E27FC236}">
                <a16:creationId xmlns:a16="http://schemas.microsoft.com/office/drawing/2014/main" id="{D763A5F9-8E1B-FA9F-B23A-2944BB101E3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86502" y="321945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>
            <a:extLst>
              <a:ext uri="{FF2B5EF4-FFF2-40B4-BE49-F238E27FC236}">
                <a16:creationId xmlns:a16="http://schemas.microsoft.com/office/drawing/2014/main" id="{1CB179EE-83A1-0DDD-3D1D-347831EF740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10302" y="3514919"/>
            <a:ext cx="2514600" cy="1143000"/>
          </a:xfrm>
          <a:prstGeom prst="rect">
            <a:avLst/>
          </a:prstGeom>
        </p:spPr>
      </p:pic>
      <p:pic>
        <p:nvPicPr>
          <p:cNvPr id="20" name="Image 18" descr="preencoded.png">
            <a:extLst>
              <a:ext uri="{FF2B5EF4-FFF2-40B4-BE49-F238E27FC236}">
                <a16:creationId xmlns:a16="http://schemas.microsoft.com/office/drawing/2014/main" id="{4843E23E-1B22-5069-4A99-8048756E9A0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4602" y="3933825"/>
            <a:ext cx="133350" cy="133350"/>
          </a:xfrm>
          <a:prstGeom prst="rect">
            <a:avLst/>
          </a:prstGeom>
        </p:spPr>
      </p:pic>
      <p:pic>
        <p:nvPicPr>
          <p:cNvPr id="21" name="Image 19" descr="preencoded.png">
            <a:extLst>
              <a:ext uri="{FF2B5EF4-FFF2-40B4-BE49-F238E27FC236}">
                <a16:creationId xmlns:a16="http://schemas.microsoft.com/office/drawing/2014/main" id="{DE5B161F-81A7-EF48-18FC-21DF03DA23A6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4602" y="4162425"/>
            <a:ext cx="133350" cy="133350"/>
          </a:xfrm>
          <a:prstGeom prst="rect">
            <a:avLst/>
          </a:prstGeom>
        </p:spPr>
      </p:pic>
      <p:pic>
        <p:nvPicPr>
          <p:cNvPr id="22" name="Image 20" descr="preencoded.png">
            <a:extLst>
              <a:ext uri="{FF2B5EF4-FFF2-40B4-BE49-F238E27FC236}">
                <a16:creationId xmlns:a16="http://schemas.microsoft.com/office/drawing/2014/main" id="{7A1090A3-6C5B-862E-7C49-81F40A07C2F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4602" y="4391025"/>
            <a:ext cx="133350" cy="133350"/>
          </a:xfrm>
          <a:prstGeom prst="rect">
            <a:avLst/>
          </a:prstGeom>
        </p:spPr>
      </p:pic>
      <p:pic>
        <p:nvPicPr>
          <p:cNvPr id="23" name="Image 21" descr="preencoded.png">
            <a:extLst>
              <a:ext uri="{FF2B5EF4-FFF2-40B4-BE49-F238E27FC236}">
                <a16:creationId xmlns:a16="http://schemas.microsoft.com/office/drawing/2014/main" id="{9E90774E-386E-DE3D-AA56-10233342CF29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624589" y="3524250"/>
            <a:ext cx="2514600" cy="1143000"/>
          </a:xfrm>
          <a:prstGeom prst="rect">
            <a:avLst/>
          </a:prstGeom>
        </p:spPr>
      </p:pic>
      <p:pic>
        <p:nvPicPr>
          <p:cNvPr id="24" name="Image 22" descr="preencoded.png">
            <a:extLst>
              <a:ext uri="{FF2B5EF4-FFF2-40B4-BE49-F238E27FC236}">
                <a16:creationId xmlns:a16="http://schemas.microsoft.com/office/drawing/2014/main" id="{B99CC3FE-4F83-F23C-40EB-02004B56ACC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738889" y="3933825"/>
            <a:ext cx="133350" cy="133350"/>
          </a:xfrm>
          <a:prstGeom prst="rect">
            <a:avLst/>
          </a:prstGeom>
        </p:spPr>
      </p:pic>
      <p:pic>
        <p:nvPicPr>
          <p:cNvPr id="25" name="Image 23" descr="preencoded.png">
            <a:extLst>
              <a:ext uri="{FF2B5EF4-FFF2-40B4-BE49-F238E27FC236}">
                <a16:creationId xmlns:a16="http://schemas.microsoft.com/office/drawing/2014/main" id="{30CB6648-F5D4-27A6-EFE8-1C66DB21BB12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738889" y="4162425"/>
            <a:ext cx="133350" cy="133350"/>
          </a:xfrm>
          <a:prstGeom prst="rect">
            <a:avLst/>
          </a:prstGeom>
        </p:spPr>
      </p:pic>
      <p:pic>
        <p:nvPicPr>
          <p:cNvPr id="26" name="Image 24" descr="preencoded.png">
            <a:extLst>
              <a:ext uri="{FF2B5EF4-FFF2-40B4-BE49-F238E27FC236}">
                <a16:creationId xmlns:a16="http://schemas.microsoft.com/office/drawing/2014/main" id="{3DBB1705-4CEF-BAEA-F580-5C6F02CE7AA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738889" y="4391025"/>
            <a:ext cx="133350" cy="133350"/>
          </a:xfrm>
          <a:prstGeom prst="rect">
            <a:avLst/>
          </a:prstGeom>
        </p:spPr>
      </p:pic>
      <p:pic>
        <p:nvPicPr>
          <p:cNvPr id="51" name="Image 49" descr="preencoded.png">
            <a:extLst>
              <a:ext uri="{FF2B5EF4-FFF2-40B4-BE49-F238E27FC236}">
                <a16:creationId xmlns:a16="http://schemas.microsoft.com/office/drawing/2014/main" id="{9379079A-6C00-289C-ED72-6A66545E2869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172200" y="4922287"/>
            <a:ext cx="5448300" cy="1524000"/>
          </a:xfrm>
          <a:prstGeom prst="rect">
            <a:avLst/>
          </a:prstGeom>
        </p:spPr>
      </p:pic>
      <p:pic>
        <p:nvPicPr>
          <p:cNvPr id="52" name="Image 50" descr="preencoded.png">
            <a:extLst>
              <a:ext uri="{FF2B5EF4-FFF2-40B4-BE49-F238E27FC236}">
                <a16:creationId xmlns:a16="http://schemas.microsoft.com/office/drawing/2014/main" id="{3D04846C-2C7A-1E04-4D45-21E1BBDEB784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24600" y="5074687"/>
            <a:ext cx="304800" cy="304800"/>
          </a:xfrm>
          <a:prstGeom prst="rect">
            <a:avLst/>
          </a:prstGeom>
        </p:spPr>
      </p:pic>
      <p:pic>
        <p:nvPicPr>
          <p:cNvPr id="53" name="Image 51" descr="preencoded.png">
            <a:extLst>
              <a:ext uri="{FF2B5EF4-FFF2-40B4-BE49-F238E27FC236}">
                <a16:creationId xmlns:a16="http://schemas.microsoft.com/office/drawing/2014/main" id="{B5323E14-635E-F650-551F-CD6BE814D5A8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00800" y="5150887"/>
            <a:ext cx="152400" cy="152400"/>
          </a:xfrm>
          <a:prstGeom prst="rect">
            <a:avLst/>
          </a:prstGeom>
        </p:spPr>
      </p:pic>
      <p:pic>
        <p:nvPicPr>
          <p:cNvPr id="54" name="Image 52" descr="preencoded.png">
            <a:extLst>
              <a:ext uri="{FF2B5EF4-FFF2-40B4-BE49-F238E27FC236}">
                <a16:creationId xmlns:a16="http://schemas.microsoft.com/office/drawing/2014/main" id="{C2A953C1-6765-9D1D-E973-E8C0010D0FA8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324600" y="5455687"/>
            <a:ext cx="2514600" cy="838200"/>
          </a:xfrm>
          <a:prstGeom prst="rect">
            <a:avLst/>
          </a:prstGeom>
        </p:spPr>
      </p:pic>
      <p:pic>
        <p:nvPicPr>
          <p:cNvPr id="55" name="Image 53" descr="preencoded.png">
            <a:extLst>
              <a:ext uri="{FF2B5EF4-FFF2-40B4-BE49-F238E27FC236}">
                <a16:creationId xmlns:a16="http://schemas.microsoft.com/office/drawing/2014/main" id="{D78E4470-B6AF-089E-2259-1D0C93942ED1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00800" y="5569987"/>
            <a:ext cx="152400" cy="152400"/>
          </a:xfrm>
          <a:prstGeom prst="rect">
            <a:avLst/>
          </a:prstGeom>
        </p:spPr>
      </p:pic>
      <p:pic>
        <p:nvPicPr>
          <p:cNvPr id="56" name="Image 54" descr="preencoded.png">
            <a:extLst>
              <a:ext uri="{FF2B5EF4-FFF2-40B4-BE49-F238E27FC236}">
                <a16:creationId xmlns:a16="http://schemas.microsoft.com/office/drawing/2014/main" id="{D1185E48-896B-0674-2DBF-BF6C73F46F1F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00800" y="5836687"/>
            <a:ext cx="114300" cy="152400"/>
          </a:xfrm>
          <a:prstGeom prst="rect">
            <a:avLst/>
          </a:prstGeom>
        </p:spPr>
      </p:pic>
      <p:pic>
        <p:nvPicPr>
          <p:cNvPr id="57" name="Image 55" descr="preencoded.png">
            <a:extLst>
              <a:ext uri="{FF2B5EF4-FFF2-40B4-BE49-F238E27FC236}">
                <a16:creationId xmlns:a16="http://schemas.microsoft.com/office/drawing/2014/main" id="{6D7109F3-1B20-C59A-E487-99655555EF07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00800" y="6065287"/>
            <a:ext cx="114300" cy="152400"/>
          </a:xfrm>
          <a:prstGeom prst="rect">
            <a:avLst/>
          </a:prstGeom>
        </p:spPr>
      </p:pic>
      <p:pic>
        <p:nvPicPr>
          <p:cNvPr id="58" name="Image 56" descr="preencoded.png">
            <a:extLst>
              <a:ext uri="{FF2B5EF4-FFF2-40B4-BE49-F238E27FC236}">
                <a16:creationId xmlns:a16="http://schemas.microsoft.com/office/drawing/2014/main" id="{507F0229-047A-3303-5D11-92F030DFA269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953500" y="5455687"/>
            <a:ext cx="2514600" cy="838200"/>
          </a:xfrm>
          <a:prstGeom prst="rect">
            <a:avLst/>
          </a:prstGeom>
        </p:spPr>
      </p:pic>
      <p:pic>
        <p:nvPicPr>
          <p:cNvPr id="59" name="Image 57" descr="preencoded.png">
            <a:extLst>
              <a:ext uri="{FF2B5EF4-FFF2-40B4-BE49-F238E27FC236}">
                <a16:creationId xmlns:a16="http://schemas.microsoft.com/office/drawing/2014/main" id="{D287AD0B-E2AE-EAF2-E76A-15729EF1A3D4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029700" y="5569987"/>
            <a:ext cx="152400" cy="152400"/>
          </a:xfrm>
          <a:prstGeom prst="rect">
            <a:avLst/>
          </a:prstGeom>
        </p:spPr>
      </p:pic>
      <p:pic>
        <p:nvPicPr>
          <p:cNvPr id="60" name="Image 58" descr="preencoded.png">
            <a:extLst>
              <a:ext uri="{FF2B5EF4-FFF2-40B4-BE49-F238E27FC236}">
                <a16:creationId xmlns:a16="http://schemas.microsoft.com/office/drawing/2014/main" id="{0E2BC582-B360-54F7-B865-C440B650DCA6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029700" y="5836687"/>
            <a:ext cx="114300" cy="152400"/>
          </a:xfrm>
          <a:prstGeom prst="rect">
            <a:avLst/>
          </a:prstGeom>
        </p:spPr>
      </p:pic>
      <p:pic>
        <p:nvPicPr>
          <p:cNvPr id="61" name="Image 59" descr="preencoded.png">
            <a:extLst>
              <a:ext uri="{FF2B5EF4-FFF2-40B4-BE49-F238E27FC236}">
                <a16:creationId xmlns:a16="http://schemas.microsoft.com/office/drawing/2014/main" id="{00AA6471-8632-EAA6-0F5D-3535F4540E33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029700" y="6065287"/>
            <a:ext cx="114300" cy="152400"/>
          </a:xfrm>
          <a:prstGeom prst="rect">
            <a:avLst/>
          </a:prstGeom>
        </p:spPr>
      </p:pic>
      <p:sp>
        <p:nvSpPr>
          <p:cNvPr id="62" name="Text 0">
            <a:extLst>
              <a:ext uri="{FF2B5EF4-FFF2-40B4-BE49-F238E27FC236}">
                <a16:creationId xmlns:a16="http://schemas.microsoft.com/office/drawing/2014/main" id="{0A8F240F-ED9E-BE48-426F-C27974355FCA}"/>
              </a:ext>
            </a:extLst>
          </p:cNvPr>
          <p:cNvSpPr/>
          <p:nvPr/>
        </p:nvSpPr>
        <p:spPr>
          <a:xfrm>
            <a:off x="571500" y="285750"/>
            <a:ext cx="11049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ko-KR" altLang="en-US" sz="2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회원가입 구성 화면</a:t>
            </a:r>
            <a:endParaRPr lang="en-US" sz="2700" dirty="0"/>
          </a:p>
        </p:txBody>
      </p:sp>
      <p:sp>
        <p:nvSpPr>
          <p:cNvPr id="63" name="Text 1">
            <a:extLst>
              <a:ext uri="{FF2B5EF4-FFF2-40B4-BE49-F238E27FC236}">
                <a16:creationId xmlns:a16="http://schemas.microsoft.com/office/drawing/2014/main" id="{BDC6600E-74D2-3837-12FA-7EE1705A4BD8}"/>
              </a:ext>
            </a:extLst>
          </p:cNvPr>
          <p:cNvSpPr/>
          <p:nvPr/>
        </p:nvSpPr>
        <p:spPr>
          <a:xfrm>
            <a:off x="1737831" y="742950"/>
            <a:ext cx="644669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회원가입/로그인 화면의 주요 기능, UI 구성 요소, 사용자 인터랙션 흐름</a:t>
            </a:r>
            <a:endParaRPr lang="en-US" sz="1350" dirty="0"/>
          </a:p>
        </p:txBody>
      </p:sp>
      <p:sp>
        <p:nvSpPr>
          <p:cNvPr id="64" name="Text 2">
            <a:extLst>
              <a:ext uri="{FF2B5EF4-FFF2-40B4-BE49-F238E27FC236}">
                <a16:creationId xmlns:a16="http://schemas.microsoft.com/office/drawing/2014/main" id="{21437BE1-FBED-C850-FC3E-30EAE8FA6A96}"/>
              </a:ext>
            </a:extLst>
          </p:cNvPr>
          <p:cNvSpPr/>
          <p:nvPr/>
        </p:nvSpPr>
        <p:spPr>
          <a:xfrm>
            <a:off x="6629402" y="1333500"/>
            <a:ext cx="97797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1500" dirty="0"/>
          </a:p>
        </p:txBody>
      </p:sp>
      <p:sp>
        <p:nvSpPr>
          <p:cNvPr id="65" name="Text 3">
            <a:extLst>
              <a:ext uri="{FF2B5EF4-FFF2-40B4-BE49-F238E27FC236}">
                <a16:creationId xmlns:a16="http://schemas.microsoft.com/office/drawing/2014/main" id="{65F563A4-C07E-E2F3-D1F2-53870BA09068}"/>
              </a:ext>
            </a:extLst>
          </p:cNvPr>
          <p:cNvSpPr/>
          <p:nvPr/>
        </p:nvSpPr>
        <p:spPr>
          <a:xfrm>
            <a:off x="6572252" y="1809750"/>
            <a:ext cx="15646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ko-KR" altLang="en-US" sz="1200" dirty="0"/>
              <a:t>기본 정보 입력</a:t>
            </a:r>
            <a:endParaRPr lang="en-US" sz="1200" dirty="0"/>
          </a:p>
        </p:txBody>
      </p:sp>
      <p:sp>
        <p:nvSpPr>
          <p:cNvPr id="66" name="Text 4">
            <a:extLst>
              <a:ext uri="{FF2B5EF4-FFF2-40B4-BE49-F238E27FC236}">
                <a16:creationId xmlns:a16="http://schemas.microsoft.com/office/drawing/2014/main" id="{AE8AAB00-C2A6-A31C-AD20-780077E808AF}"/>
              </a:ext>
            </a:extLst>
          </p:cNvPr>
          <p:cNvSpPr/>
          <p:nvPr/>
        </p:nvSpPr>
        <p:spPr>
          <a:xfrm>
            <a:off x="9182102" y="1809750"/>
            <a:ext cx="15646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이메일 가입/로그인</a:t>
            </a:r>
            <a:endParaRPr lang="en-US" sz="1200" dirty="0"/>
          </a:p>
        </p:txBody>
      </p:sp>
      <p:sp>
        <p:nvSpPr>
          <p:cNvPr id="67" name="Text 5">
            <a:extLst>
              <a:ext uri="{FF2B5EF4-FFF2-40B4-BE49-F238E27FC236}">
                <a16:creationId xmlns:a16="http://schemas.microsoft.com/office/drawing/2014/main" id="{F15AB90F-A674-A8FC-55A2-50E0E93D29F4}"/>
              </a:ext>
            </a:extLst>
          </p:cNvPr>
          <p:cNvSpPr/>
          <p:nvPr/>
        </p:nvSpPr>
        <p:spPr>
          <a:xfrm>
            <a:off x="6553201" y="2381250"/>
            <a:ext cx="179843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ko-KR" altLang="en-US" sz="1200" dirty="0"/>
              <a:t>비밀번호</a:t>
            </a:r>
            <a:r>
              <a:rPr lang="en-US" altLang="ko-KR" sz="1200" dirty="0"/>
              <a:t>/ </a:t>
            </a:r>
            <a:r>
              <a:rPr lang="ko-KR" altLang="en-US" sz="1200" dirty="0"/>
              <a:t>비밀번호 확인</a:t>
            </a:r>
            <a:endParaRPr lang="en-US" sz="1200" dirty="0"/>
          </a:p>
        </p:txBody>
      </p:sp>
      <p:sp>
        <p:nvSpPr>
          <p:cNvPr id="68" name="Text 6">
            <a:extLst>
              <a:ext uri="{FF2B5EF4-FFF2-40B4-BE49-F238E27FC236}">
                <a16:creationId xmlns:a16="http://schemas.microsoft.com/office/drawing/2014/main" id="{94B0BABA-F026-ED01-41F7-E2BF212700AA}"/>
              </a:ext>
            </a:extLst>
          </p:cNvPr>
          <p:cNvSpPr/>
          <p:nvPr/>
        </p:nvSpPr>
        <p:spPr>
          <a:xfrm>
            <a:off x="9220202" y="2381250"/>
            <a:ext cx="11989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회원 정보 보호</a:t>
            </a:r>
            <a:endParaRPr lang="en-US" sz="1200" dirty="0"/>
          </a:p>
        </p:txBody>
      </p:sp>
      <p:sp>
        <p:nvSpPr>
          <p:cNvPr id="69" name="Text 7">
            <a:extLst>
              <a:ext uri="{FF2B5EF4-FFF2-40B4-BE49-F238E27FC236}">
                <a16:creationId xmlns:a16="http://schemas.microsoft.com/office/drawing/2014/main" id="{9D39A089-9BFD-917F-54D3-6780327CA762}"/>
              </a:ext>
            </a:extLst>
          </p:cNvPr>
          <p:cNvSpPr/>
          <p:nvPr/>
        </p:nvSpPr>
        <p:spPr>
          <a:xfrm>
            <a:off x="6629402" y="3162300"/>
            <a:ext cx="127015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구성 요소</a:t>
            </a:r>
            <a:endParaRPr lang="en-US" sz="1500" dirty="0"/>
          </a:p>
        </p:txBody>
      </p:sp>
      <p:sp>
        <p:nvSpPr>
          <p:cNvPr id="70" name="Text 8">
            <a:extLst>
              <a:ext uri="{FF2B5EF4-FFF2-40B4-BE49-F238E27FC236}">
                <a16:creationId xmlns:a16="http://schemas.microsoft.com/office/drawing/2014/main" id="{AAE77AFF-AAC5-A7D4-5FB8-003B378D376F}"/>
              </a:ext>
            </a:extLst>
          </p:cNvPr>
          <p:cNvSpPr/>
          <p:nvPr/>
        </p:nvSpPr>
        <p:spPr>
          <a:xfrm>
            <a:off x="6324602" y="3638550"/>
            <a:ext cx="2286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로그인 화면</a:t>
            </a:r>
            <a:endParaRPr lang="en-US" sz="1200" dirty="0"/>
          </a:p>
        </p:txBody>
      </p:sp>
      <p:sp>
        <p:nvSpPr>
          <p:cNvPr id="71" name="Text 9">
            <a:extLst>
              <a:ext uri="{FF2B5EF4-FFF2-40B4-BE49-F238E27FC236}">
                <a16:creationId xmlns:a16="http://schemas.microsoft.com/office/drawing/2014/main" id="{69AC2882-AE4E-CF1B-160A-33CA33FBF621}"/>
              </a:ext>
            </a:extLst>
          </p:cNvPr>
          <p:cNvSpPr/>
          <p:nvPr/>
        </p:nvSpPr>
        <p:spPr>
          <a:xfrm>
            <a:off x="6343652" y="3905250"/>
            <a:ext cx="2476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아이디/비밀번호 입력 필드</a:t>
            </a:r>
            <a:endParaRPr lang="en-US" sz="1050" dirty="0"/>
          </a:p>
        </p:txBody>
      </p:sp>
      <p:sp>
        <p:nvSpPr>
          <p:cNvPr id="72" name="Text 10">
            <a:extLst>
              <a:ext uri="{FF2B5EF4-FFF2-40B4-BE49-F238E27FC236}">
                <a16:creationId xmlns:a16="http://schemas.microsoft.com/office/drawing/2014/main" id="{7CD8659A-8199-C147-DD59-CA950D3E36A8}"/>
              </a:ext>
            </a:extLst>
          </p:cNvPr>
          <p:cNvSpPr/>
          <p:nvPr/>
        </p:nvSpPr>
        <p:spPr>
          <a:xfrm>
            <a:off x="6343652" y="4133850"/>
            <a:ext cx="2476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로그인 버튼</a:t>
            </a:r>
            <a:endParaRPr lang="en-US" sz="1050" dirty="0"/>
          </a:p>
        </p:txBody>
      </p:sp>
      <p:sp>
        <p:nvSpPr>
          <p:cNvPr id="73" name="Text 11">
            <a:extLst>
              <a:ext uri="{FF2B5EF4-FFF2-40B4-BE49-F238E27FC236}">
                <a16:creationId xmlns:a16="http://schemas.microsoft.com/office/drawing/2014/main" id="{AE366D74-4B7E-AA0C-A949-A2EB73C77094}"/>
              </a:ext>
            </a:extLst>
          </p:cNvPr>
          <p:cNvSpPr/>
          <p:nvPr/>
        </p:nvSpPr>
        <p:spPr>
          <a:xfrm>
            <a:off x="6343652" y="4362450"/>
            <a:ext cx="2476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비밀번호 찾기 링크</a:t>
            </a:r>
            <a:endParaRPr lang="en-US" sz="1050" dirty="0"/>
          </a:p>
        </p:txBody>
      </p:sp>
      <p:sp>
        <p:nvSpPr>
          <p:cNvPr id="74" name="Text 12">
            <a:extLst>
              <a:ext uri="{FF2B5EF4-FFF2-40B4-BE49-F238E27FC236}">
                <a16:creationId xmlns:a16="http://schemas.microsoft.com/office/drawing/2014/main" id="{BB16DB00-0778-656A-F293-F0BFE0AC6951}"/>
              </a:ext>
            </a:extLst>
          </p:cNvPr>
          <p:cNvSpPr/>
          <p:nvPr/>
        </p:nvSpPr>
        <p:spPr>
          <a:xfrm>
            <a:off x="8738889" y="3638550"/>
            <a:ext cx="2286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ko-KR" altLang="en-US" sz="1200" dirty="0"/>
              <a:t>회원가입 완료 액션</a:t>
            </a:r>
            <a:endParaRPr lang="en-US" sz="1200" dirty="0"/>
          </a:p>
        </p:txBody>
      </p:sp>
      <p:sp>
        <p:nvSpPr>
          <p:cNvPr id="75" name="Text 13">
            <a:extLst>
              <a:ext uri="{FF2B5EF4-FFF2-40B4-BE49-F238E27FC236}">
                <a16:creationId xmlns:a16="http://schemas.microsoft.com/office/drawing/2014/main" id="{A432C3F4-5C10-A688-D9C5-3D2180168327}"/>
              </a:ext>
            </a:extLst>
          </p:cNvPr>
          <p:cNvSpPr/>
          <p:nvPr/>
        </p:nvSpPr>
        <p:spPr>
          <a:xfrm>
            <a:off x="8757939" y="3905250"/>
            <a:ext cx="2971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ko-KR" altLang="en-US" sz="1050" b="1" dirty="0"/>
              <a:t>환영 메시지 화면</a:t>
            </a:r>
            <a:r>
              <a:rPr lang="ko-KR" altLang="en-US" sz="1050" dirty="0"/>
              <a:t> 이동</a:t>
            </a:r>
            <a:endParaRPr lang="en-US" sz="1050" dirty="0"/>
          </a:p>
        </p:txBody>
      </p:sp>
      <p:sp>
        <p:nvSpPr>
          <p:cNvPr id="76" name="Text 14">
            <a:extLst>
              <a:ext uri="{FF2B5EF4-FFF2-40B4-BE49-F238E27FC236}">
                <a16:creationId xmlns:a16="http://schemas.microsoft.com/office/drawing/2014/main" id="{8F126C46-0F43-6098-8EEB-2F3C1DD83592}"/>
              </a:ext>
            </a:extLst>
          </p:cNvPr>
          <p:cNvSpPr/>
          <p:nvPr/>
        </p:nvSpPr>
        <p:spPr>
          <a:xfrm>
            <a:off x="8757939" y="4143375"/>
            <a:ext cx="2514600" cy="2455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ko-KR" altLang="en-US" sz="1050" dirty="0"/>
              <a:t>모유효성 검사 통과 시 </a:t>
            </a:r>
            <a:r>
              <a:rPr lang="ko-KR" altLang="en-US" sz="1050" b="1" dirty="0"/>
              <a:t>회원가입 완료</a:t>
            </a:r>
            <a:endParaRPr lang="en-US" sz="1050" dirty="0"/>
          </a:p>
        </p:txBody>
      </p:sp>
      <p:sp>
        <p:nvSpPr>
          <p:cNvPr id="77" name="Text 15">
            <a:extLst>
              <a:ext uri="{FF2B5EF4-FFF2-40B4-BE49-F238E27FC236}">
                <a16:creationId xmlns:a16="http://schemas.microsoft.com/office/drawing/2014/main" id="{1CED92DB-C750-5992-BA42-C70DBD5C4A87}"/>
              </a:ext>
            </a:extLst>
          </p:cNvPr>
          <p:cNvSpPr/>
          <p:nvPr/>
        </p:nvSpPr>
        <p:spPr>
          <a:xfrm>
            <a:off x="8757939" y="4362450"/>
            <a:ext cx="2476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ko-KR" altLang="en-US" sz="1050" dirty="0"/>
              <a:t>자동 로그인 및 메인 홈 이동</a:t>
            </a:r>
            <a:r>
              <a:rPr lang="en-US" altLang="ko-KR" sz="1050" dirty="0"/>
              <a:t>(</a:t>
            </a:r>
            <a:r>
              <a:rPr lang="ko-KR" altLang="en-US" sz="1050" dirty="0"/>
              <a:t>옵션</a:t>
            </a:r>
            <a:r>
              <a:rPr lang="en-US" altLang="ko-KR" sz="1050" dirty="0"/>
              <a:t>)</a:t>
            </a:r>
            <a:endParaRPr lang="en-US" sz="1050" dirty="0"/>
          </a:p>
        </p:txBody>
      </p:sp>
      <p:sp>
        <p:nvSpPr>
          <p:cNvPr id="88" name="Text 26">
            <a:extLst>
              <a:ext uri="{FF2B5EF4-FFF2-40B4-BE49-F238E27FC236}">
                <a16:creationId xmlns:a16="http://schemas.microsoft.com/office/drawing/2014/main" id="{651CBB0A-EC4F-D6AC-7785-C4E21717FF47}"/>
              </a:ext>
            </a:extLst>
          </p:cNvPr>
          <p:cNvSpPr/>
          <p:nvPr/>
        </p:nvSpPr>
        <p:spPr>
          <a:xfrm>
            <a:off x="6743700" y="5093737"/>
            <a:ext cx="97797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예외 처리</a:t>
            </a:r>
            <a:endParaRPr lang="en-US" sz="1500" dirty="0"/>
          </a:p>
        </p:txBody>
      </p:sp>
      <p:sp>
        <p:nvSpPr>
          <p:cNvPr id="89" name="Text 27">
            <a:extLst>
              <a:ext uri="{FF2B5EF4-FFF2-40B4-BE49-F238E27FC236}">
                <a16:creationId xmlns:a16="http://schemas.microsoft.com/office/drawing/2014/main" id="{F462A8BF-BCE4-4401-6800-EA7745F34F3E}"/>
              </a:ext>
            </a:extLst>
          </p:cNvPr>
          <p:cNvSpPr/>
          <p:nvPr/>
        </p:nvSpPr>
        <p:spPr>
          <a:xfrm>
            <a:off x="6629400" y="5531887"/>
            <a:ext cx="2362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로그인 실패</a:t>
            </a:r>
            <a:endParaRPr lang="en-US" sz="1200" dirty="0"/>
          </a:p>
        </p:txBody>
      </p:sp>
      <p:sp>
        <p:nvSpPr>
          <p:cNvPr id="90" name="Text 28">
            <a:extLst>
              <a:ext uri="{FF2B5EF4-FFF2-40B4-BE49-F238E27FC236}">
                <a16:creationId xmlns:a16="http://schemas.microsoft.com/office/drawing/2014/main" id="{6426C6F7-7315-C62C-CE31-E7297EEE3488}"/>
              </a:ext>
            </a:extLst>
          </p:cNvPr>
          <p:cNvSpPr/>
          <p:nvPr/>
        </p:nvSpPr>
        <p:spPr>
          <a:xfrm>
            <a:off x="6553200" y="5798587"/>
            <a:ext cx="179843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아이디/비밀번호 오류 시 처리</a:t>
            </a:r>
            <a:endParaRPr lang="en-US" sz="900" dirty="0"/>
          </a:p>
        </p:txBody>
      </p:sp>
      <p:sp>
        <p:nvSpPr>
          <p:cNvPr id="91" name="Text 29">
            <a:extLst>
              <a:ext uri="{FF2B5EF4-FFF2-40B4-BE49-F238E27FC236}">
                <a16:creationId xmlns:a16="http://schemas.microsoft.com/office/drawing/2014/main" id="{ED146189-433E-8CBC-8217-D5447782EDEA}"/>
              </a:ext>
            </a:extLst>
          </p:cNvPr>
          <p:cNvSpPr/>
          <p:nvPr/>
        </p:nvSpPr>
        <p:spPr>
          <a:xfrm>
            <a:off x="6553200" y="6027187"/>
            <a:ext cx="132605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5회 실패 시 계정 잠금</a:t>
            </a:r>
            <a:endParaRPr lang="en-US" sz="900" dirty="0"/>
          </a:p>
        </p:txBody>
      </p:sp>
      <p:sp>
        <p:nvSpPr>
          <p:cNvPr id="92" name="Text 30">
            <a:extLst>
              <a:ext uri="{FF2B5EF4-FFF2-40B4-BE49-F238E27FC236}">
                <a16:creationId xmlns:a16="http://schemas.microsoft.com/office/drawing/2014/main" id="{22E43080-2560-6217-32FE-6828319BF8FD}"/>
              </a:ext>
            </a:extLst>
          </p:cNvPr>
          <p:cNvSpPr/>
          <p:nvPr/>
        </p:nvSpPr>
        <p:spPr>
          <a:xfrm>
            <a:off x="9258300" y="5531887"/>
            <a:ext cx="2362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16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회원가입 문제</a:t>
            </a:r>
            <a:endParaRPr lang="en-US" sz="1200" dirty="0"/>
          </a:p>
        </p:txBody>
      </p:sp>
      <p:sp>
        <p:nvSpPr>
          <p:cNvPr id="93" name="Text 31">
            <a:extLst>
              <a:ext uri="{FF2B5EF4-FFF2-40B4-BE49-F238E27FC236}">
                <a16:creationId xmlns:a16="http://schemas.microsoft.com/office/drawing/2014/main" id="{B1608516-7C06-70F5-9893-910981E6E374}"/>
              </a:ext>
            </a:extLst>
          </p:cNvPr>
          <p:cNvSpPr/>
          <p:nvPr/>
        </p:nvSpPr>
        <p:spPr>
          <a:xfrm>
            <a:off x="9182100" y="5798587"/>
            <a:ext cx="152411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형식 불일치 시 경고</a:t>
            </a:r>
            <a:endParaRPr lang="en-US" sz="900" dirty="0"/>
          </a:p>
        </p:txBody>
      </p:sp>
      <p:sp>
        <p:nvSpPr>
          <p:cNvPr id="94" name="Text 32">
            <a:extLst>
              <a:ext uri="{FF2B5EF4-FFF2-40B4-BE49-F238E27FC236}">
                <a16:creationId xmlns:a16="http://schemas.microsoft.com/office/drawing/2014/main" id="{02D4BF4A-08F7-49B6-E39D-06B7296AEBCD}"/>
              </a:ext>
            </a:extLst>
          </p:cNvPr>
          <p:cNvSpPr/>
          <p:nvPr/>
        </p:nvSpPr>
        <p:spPr>
          <a:xfrm>
            <a:off x="9182100" y="6027187"/>
            <a:ext cx="166127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아이디/이메일 시 경고</a:t>
            </a:r>
            <a:endParaRPr lang="en-US" sz="900" dirty="0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376EF591-0284-8A44-3A48-06EC895193CA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25730" y="1032510"/>
            <a:ext cx="5730361" cy="552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613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FC323-8BC9-51B3-624A-D46F37CE2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7B3E5584-342E-010A-3145-95C8F4A2B0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1B2F6254-A065-EB8B-6124-85A5E40094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2C6210B6-D8BB-69C9-35FD-02C81D528D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952500"/>
            <a:ext cx="1219200" cy="38100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9AE25971-FAF4-FA54-4D6F-3A617042F3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0966" y="2049780"/>
            <a:ext cx="381000" cy="381000"/>
          </a:xfrm>
          <a:prstGeom prst="rect">
            <a:avLst/>
          </a:prstGeom>
        </p:spPr>
      </p:pic>
      <p:pic>
        <p:nvPicPr>
          <p:cNvPr id="7" name="Image 5" descr="preencoded.png">
            <a:extLst>
              <a:ext uri="{FF2B5EF4-FFF2-40B4-BE49-F238E27FC236}">
                <a16:creationId xmlns:a16="http://schemas.microsoft.com/office/drawing/2014/main" id="{8C76DA35-95A2-3D64-FBB4-A80F035B55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1929" y="2106930"/>
            <a:ext cx="219075" cy="266700"/>
          </a:xfrm>
          <a:prstGeom prst="rect">
            <a:avLst/>
          </a:prstGeom>
        </p:spPr>
      </p:pic>
      <p:pic>
        <p:nvPicPr>
          <p:cNvPr id="8" name="Image 6" descr="preencoded.png">
            <a:extLst>
              <a:ext uri="{FF2B5EF4-FFF2-40B4-BE49-F238E27FC236}">
                <a16:creationId xmlns:a16="http://schemas.microsoft.com/office/drawing/2014/main" id="{A8F2A682-2A4A-174B-E408-155103FB9D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0966" y="2926080"/>
            <a:ext cx="2476500" cy="342900"/>
          </a:xfrm>
          <a:prstGeom prst="rect">
            <a:avLst/>
          </a:prstGeom>
        </p:spPr>
      </p:pic>
      <p:pic>
        <p:nvPicPr>
          <p:cNvPr id="9" name="Image 7" descr="preencoded.png">
            <a:extLst>
              <a:ext uri="{FF2B5EF4-FFF2-40B4-BE49-F238E27FC236}">
                <a16:creationId xmlns:a16="http://schemas.microsoft.com/office/drawing/2014/main" id="{51E88ADE-5D20-3D11-929B-B2E34215E1B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17166" y="3021330"/>
            <a:ext cx="114300" cy="152400"/>
          </a:xfrm>
          <a:prstGeom prst="rect">
            <a:avLst/>
          </a:prstGeom>
        </p:spPr>
      </p:pic>
      <p:pic>
        <p:nvPicPr>
          <p:cNvPr id="10" name="Image 8" descr="preencoded.png">
            <a:extLst>
              <a:ext uri="{FF2B5EF4-FFF2-40B4-BE49-F238E27FC236}">
                <a16:creationId xmlns:a16="http://schemas.microsoft.com/office/drawing/2014/main" id="{8F3382D2-889C-3EEF-D452-5084B32C5DE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93666" y="2926080"/>
            <a:ext cx="2476500" cy="342900"/>
          </a:xfrm>
          <a:prstGeom prst="rect">
            <a:avLst/>
          </a:prstGeom>
        </p:spPr>
      </p:pic>
      <p:pic>
        <p:nvPicPr>
          <p:cNvPr id="11" name="Image 9" descr="preencoded.png">
            <a:extLst>
              <a:ext uri="{FF2B5EF4-FFF2-40B4-BE49-F238E27FC236}">
                <a16:creationId xmlns:a16="http://schemas.microsoft.com/office/drawing/2014/main" id="{E4EDA5CD-2AA7-5D3C-4400-D3361FC87A8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69866" y="3021330"/>
            <a:ext cx="190500" cy="152400"/>
          </a:xfrm>
          <a:prstGeom prst="rect">
            <a:avLst/>
          </a:prstGeom>
        </p:spPr>
      </p:pic>
      <p:pic>
        <p:nvPicPr>
          <p:cNvPr id="12" name="Image 10" descr="preencoded.png">
            <a:extLst>
              <a:ext uri="{FF2B5EF4-FFF2-40B4-BE49-F238E27FC236}">
                <a16:creationId xmlns:a16="http://schemas.microsoft.com/office/drawing/2014/main" id="{B6140512-6198-300E-97D7-355E152E09C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40966" y="3345180"/>
            <a:ext cx="2476500" cy="342900"/>
          </a:xfrm>
          <a:prstGeom prst="rect">
            <a:avLst/>
          </a:prstGeom>
        </p:spPr>
      </p:pic>
      <p:pic>
        <p:nvPicPr>
          <p:cNvPr id="13" name="Image 11" descr="preencoded.png">
            <a:extLst>
              <a:ext uri="{FF2B5EF4-FFF2-40B4-BE49-F238E27FC236}">
                <a16:creationId xmlns:a16="http://schemas.microsoft.com/office/drawing/2014/main" id="{7EDBFD1D-8422-63DD-4AC9-3CB0B51ED8A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17166" y="344043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>
            <a:extLst>
              <a:ext uri="{FF2B5EF4-FFF2-40B4-BE49-F238E27FC236}">
                <a16:creationId xmlns:a16="http://schemas.microsoft.com/office/drawing/2014/main" id="{039E28DE-518A-123A-608A-DFFC239BE45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93666" y="3383280"/>
            <a:ext cx="2476500" cy="342900"/>
          </a:xfrm>
          <a:prstGeom prst="rect">
            <a:avLst/>
          </a:prstGeom>
        </p:spPr>
      </p:pic>
      <p:pic>
        <p:nvPicPr>
          <p:cNvPr id="15" name="Image 13" descr="preencoded.png">
            <a:extLst>
              <a:ext uri="{FF2B5EF4-FFF2-40B4-BE49-F238E27FC236}">
                <a16:creationId xmlns:a16="http://schemas.microsoft.com/office/drawing/2014/main" id="{E6AB1E9F-C4F7-EED4-ADAE-963FBC3CCBA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69866" y="3440430"/>
            <a:ext cx="190500" cy="152400"/>
          </a:xfrm>
          <a:prstGeom prst="rect">
            <a:avLst/>
          </a:prstGeom>
        </p:spPr>
      </p:pic>
      <p:pic>
        <p:nvPicPr>
          <p:cNvPr id="16" name="Image 14" descr="preencoded.png">
            <a:extLst>
              <a:ext uri="{FF2B5EF4-FFF2-40B4-BE49-F238E27FC236}">
                <a16:creationId xmlns:a16="http://schemas.microsoft.com/office/drawing/2014/main" id="{0EE3EF50-C582-C2C1-688E-898E0E90FF6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40966" y="420243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>
            <a:extLst>
              <a:ext uri="{FF2B5EF4-FFF2-40B4-BE49-F238E27FC236}">
                <a16:creationId xmlns:a16="http://schemas.microsoft.com/office/drawing/2014/main" id="{0F5E5FED-9BF5-C974-AE9D-C83B04FFDD0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93666" y="420243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>
            <a:extLst>
              <a:ext uri="{FF2B5EF4-FFF2-40B4-BE49-F238E27FC236}">
                <a16:creationId xmlns:a16="http://schemas.microsoft.com/office/drawing/2014/main" id="{4D18DE4E-4367-14A6-E05A-C90DFC71C51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40966" y="446913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>
            <a:extLst>
              <a:ext uri="{FF2B5EF4-FFF2-40B4-BE49-F238E27FC236}">
                <a16:creationId xmlns:a16="http://schemas.microsoft.com/office/drawing/2014/main" id="{E5C3CEA0-BD6E-CE66-F232-73466935D94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93666" y="4469130"/>
            <a:ext cx="152400" cy="152400"/>
          </a:xfrm>
          <a:prstGeom prst="rect">
            <a:avLst/>
          </a:prstGeom>
        </p:spPr>
      </p:pic>
      <p:sp>
        <p:nvSpPr>
          <p:cNvPr id="47" name="Text 0">
            <a:extLst>
              <a:ext uri="{FF2B5EF4-FFF2-40B4-BE49-F238E27FC236}">
                <a16:creationId xmlns:a16="http://schemas.microsoft.com/office/drawing/2014/main" id="{FFD2FEF0-DFA5-31DB-3E91-45DF08B514FB}"/>
              </a:ext>
            </a:extLst>
          </p:cNvPr>
          <p:cNvSpPr/>
          <p:nvPr/>
        </p:nvSpPr>
        <p:spPr>
          <a:xfrm>
            <a:off x="571500" y="381000"/>
            <a:ext cx="11049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ko-KR" altLang="en-US" sz="2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문의관리 구성 화면 </a:t>
            </a:r>
            <a:endParaRPr lang="en-US" sz="2700" dirty="0"/>
          </a:p>
        </p:txBody>
      </p:sp>
      <p:sp>
        <p:nvSpPr>
          <p:cNvPr id="48" name="Text 1">
            <a:extLst>
              <a:ext uri="{FF2B5EF4-FFF2-40B4-BE49-F238E27FC236}">
                <a16:creationId xmlns:a16="http://schemas.microsoft.com/office/drawing/2014/main" id="{AC4122C9-FC4B-8F6D-352C-8B6B2E3DB893}"/>
              </a:ext>
            </a:extLst>
          </p:cNvPr>
          <p:cNvSpPr/>
          <p:nvPr/>
        </p:nvSpPr>
        <p:spPr>
          <a:xfrm>
            <a:off x="1943100" y="838200"/>
            <a:ext cx="401210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구성 요소, 주요 기능, 사용자 행동 패턴</a:t>
            </a:r>
            <a:endParaRPr lang="en-US" sz="1350" dirty="0"/>
          </a:p>
        </p:txBody>
      </p:sp>
      <p:sp>
        <p:nvSpPr>
          <p:cNvPr id="49" name="Text 2">
            <a:extLst>
              <a:ext uri="{FF2B5EF4-FFF2-40B4-BE49-F238E27FC236}">
                <a16:creationId xmlns:a16="http://schemas.microsoft.com/office/drawing/2014/main" id="{7798C602-5EB5-1A24-69BF-1C0C8ED42304}"/>
              </a:ext>
            </a:extLst>
          </p:cNvPr>
          <p:cNvSpPr/>
          <p:nvPr/>
        </p:nvSpPr>
        <p:spPr>
          <a:xfrm>
            <a:off x="7436265" y="2087880"/>
            <a:ext cx="1887379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ko-KR" altLang="en-US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 관리자 </a:t>
            </a:r>
            <a:r>
              <a:rPr lang="en-US" sz="1800" b="1" dirty="0" err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</a:t>
            </a:r>
            <a:endParaRPr lang="en-US" sz="1800" dirty="0"/>
          </a:p>
        </p:txBody>
      </p:sp>
      <p:sp>
        <p:nvSpPr>
          <p:cNvPr id="50" name="Text 3">
            <a:extLst>
              <a:ext uri="{FF2B5EF4-FFF2-40B4-BE49-F238E27FC236}">
                <a16:creationId xmlns:a16="http://schemas.microsoft.com/office/drawing/2014/main" id="{B4633FA0-6F55-FA72-C330-8C2C5DEC5AA8}"/>
              </a:ext>
            </a:extLst>
          </p:cNvPr>
          <p:cNvSpPr/>
          <p:nvPr/>
        </p:nvSpPr>
        <p:spPr>
          <a:xfrm>
            <a:off x="6940966" y="2583180"/>
            <a:ext cx="5029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구성 요소</a:t>
            </a:r>
            <a:endParaRPr lang="en-US" sz="1350" dirty="0"/>
          </a:p>
        </p:txBody>
      </p:sp>
      <p:sp>
        <p:nvSpPr>
          <p:cNvPr id="51" name="Text 4">
            <a:extLst>
              <a:ext uri="{FF2B5EF4-FFF2-40B4-BE49-F238E27FC236}">
                <a16:creationId xmlns:a16="http://schemas.microsoft.com/office/drawing/2014/main" id="{278559CE-8D1F-201B-BCF8-3AE51FDAB325}"/>
              </a:ext>
            </a:extLst>
          </p:cNvPr>
          <p:cNvSpPr/>
          <p:nvPr/>
        </p:nvSpPr>
        <p:spPr>
          <a:xfrm>
            <a:off x="7207666" y="3002280"/>
            <a:ext cx="211597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상단 바: </a:t>
            </a:r>
            <a:r>
              <a:rPr lang="ko-KR" alt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관리목록 표시</a:t>
            </a:r>
            <a:endParaRPr lang="en-US" sz="1050" dirty="0"/>
          </a:p>
        </p:txBody>
      </p:sp>
      <p:sp>
        <p:nvSpPr>
          <p:cNvPr id="52" name="Text 5">
            <a:extLst>
              <a:ext uri="{FF2B5EF4-FFF2-40B4-BE49-F238E27FC236}">
                <a16:creationId xmlns:a16="http://schemas.microsoft.com/office/drawing/2014/main" id="{A63DE71D-A5BD-99E0-B06D-383D8DD274AB}"/>
              </a:ext>
            </a:extLst>
          </p:cNvPr>
          <p:cNvSpPr/>
          <p:nvPr/>
        </p:nvSpPr>
        <p:spPr>
          <a:xfrm>
            <a:off x="9836566" y="3002280"/>
            <a:ext cx="186701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문의관리 내용 조회</a:t>
            </a:r>
            <a:endParaRPr lang="en-US" sz="1050" dirty="0"/>
          </a:p>
        </p:txBody>
      </p:sp>
      <p:sp>
        <p:nvSpPr>
          <p:cNvPr id="53" name="Text 6">
            <a:extLst>
              <a:ext uri="{FF2B5EF4-FFF2-40B4-BE49-F238E27FC236}">
                <a16:creationId xmlns:a16="http://schemas.microsoft.com/office/drawing/2014/main" id="{72904EB6-E1B1-C21B-B887-26EB315A1418}"/>
              </a:ext>
            </a:extLst>
          </p:cNvPr>
          <p:cNvSpPr/>
          <p:nvPr/>
        </p:nvSpPr>
        <p:spPr>
          <a:xfrm>
            <a:off x="7245766" y="3421380"/>
            <a:ext cx="15735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ko-KR" altLang="en-US" sz="1050" dirty="0"/>
              <a:t>문의관리 </a:t>
            </a:r>
            <a:r>
              <a:rPr lang="ko-KR" altLang="en-US" sz="1050" dirty="0" err="1"/>
              <a:t>향목</a:t>
            </a:r>
            <a:r>
              <a:rPr lang="ko-KR" altLang="en-US" sz="1050" dirty="0"/>
              <a:t> 조회표시</a:t>
            </a:r>
            <a:endParaRPr lang="en-US" sz="1050" dirty="0"/>
          </a:p>
        </p:txBody>
      </p:sp>
      <p:sp>
        <p:nvSpPr>
          <p:cNvPr id="54" name="Text 7">
            <a:extLst>
              <a:ext uri="{FF2B5EF4-FFF2-40B4-BE49-F238E27FC236}">
                <a16:creationId xmlns:a16="http://schemas.microsoft.com/office/drawing/2014/main" id="{800346AF-43F1-C34D-2B8C-6C5B3FC20F3F}"/>
              </a:ext>
            </a:extLst>
          </p:cNvPr>
          <p:cNvSpPr/>
          <p:nvPr/>
        </p:nvSpPr>
        <p:spPr>
          <a:xfrm>
            <a:off x="9836566" y="3421380"/>
            <a:ext cx="14135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조회 승인 검토</a:t>
            </a:r>
            <a:endParaRPr lang="en-US" sz="1050" dirty="0"/>
          </a:p>
        </p:txBody>
      </p:sp>
      <p:sp>
        <p:nvSpPr>
          <p:cNvPr id="55" name="Text 8">
            <a:extLst>
              <a:ext uri="{FF2B5EF4-FFF2-40B4-BE49-F238E27FC236}">
                <a16:creationId xmlns:a16="http://schemas.microsoft.com/office/drawing/2014/main" id="{AFDDA738-829F-8E43-E6DF-35DA6B1BB1D0}"/>
              </a:ext>
            </a:extLst>
          </p:cNvPr>
          <p:cNvSpPr/>
          <p:nvPr/>
        </p:nvSpPr>
        <p:spPr>
          <a:xfrm>
            <a:off x="6940966" y="3840480"/>
            <a:ext cx="5029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1350" dirty="0"/>
          </a:p>
        </p:txBody>
      </p:sp>
      <p:sp>
        <p:nvSpPr>
          <p:cNvPr id="56" name="Text 9">
            <a:extLst>
              <a:ext uri="{FF2B5EF4-FFF2-40B4-BE49-F238E27FC236}">
                <a16:creationId xmlns:a16="http://schemas.microsoft.com/office/drawing/2014/main" id="{8E1787CD-F32A-1594-4BCC-BA2D99828392}"/>
              </a:ext>
            </a:extLst>
          </p:cNvPr>
          <p:cNvSpPr/>
          <p:nvPr/>
        </p:nvSpPr>
        <p:spPr>
          <a:xfrm>
            <a:off x="7169566" y="4183380"/>
            <a:ext cx="14135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ko-KR" altLang="en-US" sz="1050" dirty="0"/>
              <a:t>등록일시</a:t>
            </a:r>
            <a:endParaRPr lang="en-US" sz="1050" dirty="0"/>
          </a:p>
        </p:txBody>
      </p:sp>
      <p:sp>
        <p:nvSpPr>
          <p:cNvPr id="57" name="Text 10">
            <a:extLst>
              <a:ext uri="{FF2B5EF4-FFF2-40B4-BE49-F238E27FC236}">
                <a16:creationId xmlns:a16="http://schemas.microsoft.com/office/drawing/2014/main" id="{CA4F5762-792A-236E-1C00-81F85A5AE37A}"/>
              </a:ext>
            </a:extLst>
          </p:cNvPr>
          <p:cNvSpPr/>
          <p:nvPr/>
        </p:nvSpPr>
        <p:spPr>
          <a:xfrm>
            <a:off x="9722266" y="4183380"/>
            <a:ext cx="18936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ko-KR" altLang="en-US" sz="1050" dirty="0"/>
              <a:t>처리 상태</a:t>
            </a:r>
            <a:endParaRPr lang="en-US" sz="1050" dirty="0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0B5F4985-F83E-146E-389C-C5918F0E1BC1}"/>
              </a:ext>
            </a:extLst>
          </p:cNvPr>
          <p:cNvSpPr/>
          <p:nvPr/>
        </p:nvSpPr>
        <p:spPr>
          <a:xfrm>
            <a:off x="7169566" y="4450080"/>
            <a:ext cx="10490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ko-KR" altLang="en-US" sz="1050" dirty="0"/>
              <a:t>등록 날짜 및 시간</a:t>
            </a:r>
            <a:endParaRPr lang="en-US" sz="1050" dirty="0"/>
          </a:p>
        </p:txBody>
      </p:sp>
      <p:sp>
        <p:nvSpPr>
          <p:cNvPr id="59" name="Text 12">
            <a:extLst>
              <a:ext uri="{FF2B5EF4-FFF2-40B4-BE49-F238E27FC236}">
                <a16:creationId xmlns:a16="http://schemas.microsoft.com/office/drawing/2014/main" id="{2C0C86CE-7D98-2C2F-17B9-C7D244614492}"/>
              </a:ext>
            </a:extLst>
          </p:cNvPr>
          <p:cNvSpPr/>
          <p:nvPr/>
        </p:nvSpPr>
        <p:spPr>
          <a:xfrm>
            <a:off x="9722266" y="4450080"/>
            <a:ext cx="10490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ko-KR" altLang="en-US" sz="1050" dirty="0"/>
              <a:t>작성자 정보</a:t>
            </a:r>
            <a:endParaRPr lang="en-US" sz="1050" dirty="0"/>
          </a:p>
        </p:txBody>
      </p:sp>
      <p:pic>
        <p:nvPicPr>
          <p:cNvPr id="82" name="그림 81">
            <a:extLst>
              <a:ext uri="{FF2B5EF4-FFF2-40B4-BE49-F238E27FC236}">
                <a16:creationId xmlns:a16="http://schemas.microsoft.com/office/drawing/2014/main" id="{3BEA2640-6737-B632-87A8-C7ED2F61827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1427583"/>
            <a:ext cx="6731416" cy="4477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495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723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9723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857250"/>
            <a:ext cx="12192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162050"/>
            <a:ext cx="5410200" cy="5410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1314450"/>
            <a:ext cx="3810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150" y="1371600"/>
            <a:ext cx="190500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1771650"/>
            <a:ext cx="5105400" cy="1524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00" y="375285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00" y="401955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00" y="428625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00" y="455295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00" y="481965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3900" y="5429250"/>
            <a:ext cx="762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3900" y="5695950"/>
            <a:ext cx="762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3900" y="5962650"/>
            <a:ext cx="762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3900" y="6229350"/>
            <a:ext cx="762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0300" y="1162050"/>
            <a:ext cx="5410200" cy="5334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62700" y="1314450"/>
            <a:ext cx="381000" cy="381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81763" y="1371600"/>
            <a:ext cx="142875" cy="2667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62700" y="2114550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62700" y="2381250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62700" y="2647950"/>
            <a:ext cx="1524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62700" y="2914650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62700" y="3181350"/>
            <a:ext cx="1524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62700" y="3790950"/>
            <a:ext cx="5105400" cy="6858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38900" y="3867150"/>
            <a:ext cx="304800" cy="3048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19900" y="3867150"/>
            <a:ext cx="4457700" cy="3429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24700" y="4314825"/>
            <a:ext cx="152400" cy="1905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353800" y="3886200"/>
            <a:ext cx="38100" cy="152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62700" y="4591050"/>
            <a:ext cx="76200" cy="1524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62700" y="4857750"/>
            <a:ext cx="76200" cy="1524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62700" y="5124450"/>
            <a:ext cx="76200" cy="1524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62700" y="5734050"/>
            <a:ext cx="932408" cy="2667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710190" y="5857875"/>
            <a:ext cx="457200" cy="1905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582471" y="5734050"/>
            <a:ext cx="799058" cy="2667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796611" y="5857875"/>
            <a:ext cx="457200" cy="1905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668893" y="5734050"/>
            <a:ext cx="799058" cy="2667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362700" y="6076950"/>
            <a:ext cx="799058" cy="26670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610177" y="6200775"/>
            <a:ext cx="457200" cy="1905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515796" y="6076950"/>
            <a:ext cx="799058" cy="26670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763274" y="6200775"/>
            <a:ext cx="457200" cy="19050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668893" y="6076950"/>
            <a:ext cx="799058" cy="266700"/>
          </a:xfrm>
          <a:prstGeom prst="rect">
            <a:avLst/>
          </a:prstGeom>
        </p:spPr>
      </p:pic>
      <p:sp>
        <p:nvSpPr>
          <p:cNvPr id="44" name="Text 0"/>
          <p:cNvSpPr/>
          <p:nvPr/>
        </p:nvSpPr>
        <p:spPr>
          <a:xfrm>
            <a:off x="571500" y="285750"/>
            <a:ext cx="11049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게시글 관련 화면</a:t>
            </a:r>
            <a:endParaRPr lang="en-US" sz="2700" dirty="0"/>
          </a:p>
        </p:txBody>
      </p:sp>
      <p:sp>
        <p:nvSpPr>
          <p:cNvPr id="45" name="Text 1"/>
          <p:cNvSpPr/>
          <p:nvPr/>
        </p:nvSpPr>
        <p:spPr>
          <a:xfrm>
            <a:off x="1943100" y="742950"/>
            <a:ext cx="307484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요소, 인터랙션 흐름, 댓글 기능</a:t>
            </a:r>
            <a:endParaRPr lang="en-US" sz="1350" dirty="0"/>
          </a:p>
        </p:txBody>
      </p:sp>
      <p:sp>
        <p:nvSpPr>
          <p:cNvPr id="46" name="Text 2"/>
          <p:cNvSpPr/>
          <p:nvPr/>
        </p:nvSpPr>
        <p:spPr>
          <a:xfrm>
            <a:off x="1219200" y="1352550"/>
            <a:ext cx="207275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게시글 작성 화면</a:t>
            </a:r>
            <a:endParaRPr lang="en-US" sz="1800" dirty="0"/>
          </a:p>
        </p:txBody>
      </p:sp>
      <p:sp>
        <p:nvSpPr>
          <p:cNvPr id="47" name="Text 3"/>
          <p:cNvSpPr/>
          <p:nvPr/>
        </p:nvSpPr>
        <p:spPr>
          <a:xfrm>
            <a:off x="723900" y="3409950"/>
            <a:ext cx="5105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구성 요소</a:t>
            </a:r>
            <a:endParaRPr lang="en-US" sz="1350" dirty="0"/>
          </a:p>
        </p:txBody>
      </p:sp>
      <p:sp>
        <p:nvSpPr>
          <p:cNvPr id="48" name="Text 4"/>
          <p:cNvSpPr/>
          <p:nvPr/>
        </p:nvSpPr>
        <p:spPr>
          <a:xfrm>
            <a:off x="952500" y="3714750"/>
            <a:ext cx="11989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제목 입력 필드</a:t>
            </a:r>
            <a:endParaRPr lang="en-US" sz="1200" dirty="0"/>
          </a:p>
        </p:txBody>
      </p:sp>
      <p:sp>
        <p:nvSpPr>
          <p:cNvPr id="49" name="Text 5"/>
          <p:cNvSpPr/>
          <p:nvPr/>
        </p:nvSpPr>
        <p:spPr>
          <a:xfrm>
            <a:off x="952500" y="3981450"/>
            <a:ext cx="11989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내용 입력 필드</a:t>
            </a:r>
            <a:endParaRPr lang="en-US" sz="1200" dirty="0"/>
          </a:p>
        </p:txBody>
      </p:sp>
      <p:sp>
        <p:nvSpPr>
          <p:cNvPr id="50" name="Text 6"/>
          <p:cNvSpPr/>
          <p:nvPr/>
        </p:nvSpPr>
        <p:spPr>
          <a:xfrm>
            <a:off x="952500" y="4248150"/>
            <a:ext cx="114817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카테고리 선택</a:t>
            </a:r>
            <a:endParaRPr lang="en-US" sz="1200" dirty="0"/>
          </a:p>
        </p:txBody>
      </p:sp>
      <p:sp>
        <p:nvSpPr>
          <p:cNvPr id="51" name="Text 7"/>
          <p:cNvSpPr/>
          <p:nvPr/>
        </p:nvSpPr>
        <p:spPr>
          <a:xfrm>
            <a:off x="952500" y="4514850"/>
            <a:ext cx="11989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 첨부 버튼</a:t>
            </a:r>
            <a:endParaRPr lang="en-US" sz="1200" dirty="0"/>
          </a:p>
        </p:txBody>
      </p:sp>
      <p:sp>
        <p:nvSpPr>
          <p:cNvPr id="52" name="Text 8"/>
          <p:cNvSpPr/>
          <p:nvPr/>
        </p:nvSpPr>
        <p:spPr>
          <a:xfrm>
            <a:off x="952500" y="4781550"/>
            <a:ext cx="179843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게시글 작성 완료 버튼</a:t>
            </a:r>
            <a:endParaRPr lang="en-US" sz="1200" dirty="0"/>
          </a:p>
        </p:txBody>
      </p:sp>
      <p:sp>
        <p:nvSpPr>
          <p:cNvPr id="53" name="Text 9"/>
          <p:cNvSpPr/>
          <p:nvPr/>
        </p:nvSpPr>
        <p:spPr>
          <a:xfrm>
            <a:off x="723900" y="5086350"/>
            <a:ext cx="5105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버튼/아이콘 동작</a:t>
            </a:r>
            <a:endParaRPr lang="en-US" sz="1350" dirty="0"/>
          </a:p>
        </p:txBody>
      </p:sp>
      <p:sp>
        <p:nvSpPr>
          <p:cNvPr id="54" name="Text 10"/>
          <p:cNvSpPr/>
          <p:nvPr/>
        </p:nvSpPr>
        <p:spPr>
          <a:xfrm>
            <a:off x="876300" y="5391150"/>
            <a:ext cx="18491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제목/내용: 텍스트 입력</a:t>
            </a:r>
            <a:endParaRPr lang="en-US" sz="1200" dirty="0"/>
          </a:p>
        </p:txBody>
      </p:sp>
      <p:sp>
        <p:nvSpPr>
          <p:cNvPr id="55" name="Text 11"/>
          <p:cNvSpPr/>
          <p:nvPr/>
        </p:nvSpPr>
        <p:spPr>
          <a:xfrm>
            <a:off x="876300" y="5657850"/>
            <a:ext cx="179843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카테고리: 탭하여 변경</a:t>
            </a:r>
            <a:endParaRPr lang="en-US" sz="1200" dirty="0"/>
          </a:p>
        </p:txBody>
      </p:sp>
      <p:sp>
        <p:nvSpPr>
          <p:cNvPr id="56" name="Text 12"/>
          <p:cNvSpPr/>
          <p:nvPr/>
        </p:nvSpPr>
        <p:spPr>
          <a:xfrm>
            <a:off x="876300" y="5924550"/>
            <a:ext cx="244869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 첨부: 갤러리/카메라 접근</a:t>
            </a:r>
            <a:endParaRPr lang="en-US" sz="1200" dirty="0"/>
          </a:p>
        </p:txBody>
      </p:sp>
      <p:sp>
        <p:nvSpPr>
          <p:cNvPr id="57" name="Text 13"/>
          <p:cNvSpPr/>
          <p:nvPr/>
        </p:nvSpPr>
        <p:spPr>
          <a:xfrm>
            <a:off x="876300" y="6191250"/>
            <a:ext cx="226581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작성 완료: 서버에 등록 요청</a:t>
            </a:r>
            <a:endParaRPr lang="en-US" sz="1200" dirty="0"/>
          </a:p>
        </p:txBody>
      </p:sp>
      <p:sp>
        <p:nvSpPr>
          <p:cNvPr id="58" name="Text 14"/>
          <p:cNvSpPr/>
          <p:nvPr/>
        </p:nvSpPr>
        <p:spPr>
          <a:xfrm>
            <a:off x="6858000" y="1352550"/>
            <a:ext cx="207275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게시글 상세 화면</a:t>
            </a:r>
            <a:endParaRPr lang="en-US" sz="1800" dirty="0"/>
          </a:p>
        </p:txBody>
      </p:sp>
      <p:sp>
        <p:nvSpPr>
          <p:cNvPr id="59" name="Text 15"/>
          <p:cNvSpPr/>
          <p:nvPr/>
        </p:nvSpPr>
        <p:spPr>
          <a:xfrm>
            <a:off x="6362700" y="1771650"/>
            <a:ext cx="5105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구성 요소</a:t>
            </a:r>
            <a:endParaRPr lang="en-US" sz="1350" dirty="0"/>
          </a:p>
        </p:txBody>
      </p:sp>
      <p:sp>
        <p:nvSpPr>
          <p:cNvPr id="60" name="Text 16"/>
          <p:cNvSpPr/>
          <p:nvPr/>
        </p:nvSpPr>
        <p:spPr>
          <a:xfrm>
            <a:off x="6591300" y="2076450"/>
            <a:ext cx="96529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게시글 제목</a:t>
            </a:r>
            <a:endParaRPr lang="en-US" sz="1200" dirty="0"/>
          </a:p>
        </p:txBody>
      </p:sp>
      <p:sp>
        <p:nvSpPr>
          <p:cNvPr id="61" name="Text 17"/>
          <p:cNvSpPr/>
          <p:nvPr/>
        </p:nvSpPr>
        <p:spPr>
          <a:xfrm>
            <a:off x="6591300" y="2343150"/>
            <a:ext cx="96529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작성자 정보</a:t>
            </a:r>
            <a:endParaRPr lang="en-US" sz="1200" dirty="0"/>
          </a:p>
        </p:txBody>
      </p:sp>
      <p:sp>
        <p:nvSpPr>
          <p:cNvPr id="62" name="Text 18"/>
          <p:cNvSpPr/>
          <p:nvPr/>
        </p:nvSpPr>
        <p:spPr>
          <a:xfrm>
            <a:off x="6591300" y="2609850"/>
            <a:ext cx="96529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게시글 내용</a:t>
            </a:r>
            <a:endParaRPr lang="en-US" sz="1200" dirty="0"/>
          </a:p>
        </p:txBody>
      </p:sp>
      <p:sp>
        <p:nvSpPr>
          <p:cNvPr id="63" name="Text 19"/>
          <p:cNvSpPr/>
          <p:nvPr/>
        </p:nvSpPr>
        <p:spPr>
          <a:xfrm>
            <a:off x="6591300" y="2876550"/>
            <a:ext cx="78241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댓글 영역</a:t>
            </a:r>
            <a:endParaRPr lang="en-US" sz="1200" dirty="0"/>
          </a:p>
        </p:txBody>
      </p:sp>
      <p:sp>
        <p:nvSpPr>
          <p:cNvPr id="64" name="Text 20"/>
          <p:cNvSpPr/>
          <p:nvPr/>
        </p:nvSpPr>
        <p:spPr>
          <a:xfrm>
            <a:off x="6591300" y="3143250"/>
            <a:ext cx="161555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좋아요/댓글 수 표시</a:t>
            </a:r>
            <a:endParaRPr lang="en-US" sz="1200" dirty="0"/>
          </a:p>
        </p:txBody>
      </p:sp>
      <p:sp>
        <p:nvSpPr>
          <p:cNvPr id="65" name="Text 21"/>
          <p:cNvSpPr/>
          <p:nvPr/>
        </p:nvSpPr>
        <p:spPr>
          <a:xfrm>
            <a:off x="6362700" y="3486150"/>
            <a:ext cx="5105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댓글 기능</a:t>
            </a:r>
            <a:endParaRPr lang="en-US" sz="1350" dirty="0"/>
          </a:p>
        </p:txBody>
      </p:sp>
      <p:sp>
        <p:nvSpPr>
          <p:cNvPr id="66" name="Text 22"/>
          <p:cNvSpPr/>
          <p:nvPr/>
        </p:nvSpPr>
        <p:spPr>
          <a:xfrm>
            <a:off x="6549926" y="3943350"/>
            <a:ext cx="9912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900" dirty="0"/>
          </a:p>
        </p:txBody>
      </p:sp>
      <p:sp>
        <p:nvSpPr>
          <p:cNvPr id="67" name="Text 23"/>
          <p:cNvSpPr/>
          <p:nvPr/>
        </p:nvSpPr>
        <p:spPr>
          <a:xfrm>
            <a:off x="6896100" y="3943350"/>
            <a:ext cx="43053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댓글 내용</a:t>
            </a:r>
            <a:endParaRPr lang="en-US" sz="1050" dirty="0"/>
          </a:p>
        </p:txBody>
      </p:sp>
      <p:sp>
        <p:nvSpPr>
          <p:cNvPr id="68" name="Text 24"/>
          <p:cNvSpPr/>
          <p:nvPr/>
        </p:nvSpPr>
        <p:spPr>
          <a:xfrm>
            <a:off x="6819900" y="4248150"/>
            <a:ext cx="27432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</a:t>
            </a:r>
            <a:endParaRPr lang="en-US" sz="900" dirty="0"/>
          </a:p>
        </p:txBody>
      </p:sp>
      <p:sp>
        <p:nvSpPr>
          <p:cNvPr id="69" name="Text 25"/>
          <p:cNvSpPr/>
          <p:nvPr/>
        </p:nvSpPr>
        <p:spPr>
          <a:xfrm>
            <a:off x="7353300" y="4248150"/>
            <a:ext cx="4114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작성자</a:t>
            </a:r>
            <a:endParaRPr lang="en-US" sz="900" dirty="0"/>
          </a:p>
        </p:txBody>
      </p:sp>
      <p:sp>
        <p:nvSpPr>
          <p:cNvPr id="70" name="Text 26"/>
          <p:cNvSpPr/>
          <p:nvPr/>
        </p:nvSpPr>
        <p:spPr>
          <a:xfrm>
            <a:off x="6515100" y="4552950"/>
            <a:ext cx="24994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댓글 입력: 텍스트 입력 후 전송</a:t>
            </a:r>
            <a:endParaRPr lang="en-US" sz="1200" dirty="0"/>
          </a:p>
        </p:txBody>
      </p:sp>
      <p:sp>
        <p:nvSpPr>
          <p:cNvPr id="71" name="Text 27"/>
          <p:cNvSpPr/>
          <p:nvPr/>
        </p:nvSpPr>
        <p:spPr>
          <a:xfrm>
            <a:off x="6515100" y="4819650"/>
            <a:ext cx="2214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댓글 정렬: 최신순으로 표시</a:t>
            </a:r>
            <a:endParaRPr lang="en-US" sz="1200" dirty="0"/>
          </a:p>
        </p:txBody>
      </p:sp>
      <p:sp>
        <p:nvSpPr>
          <p:cNvPr id="72" name="Text 28"/>
          <p:cNvSpPr/>
          <p:nvPr/>
        </p:nvSpPr>
        <p:spPr>
          <a:xfrm>
            <a:off x="6515100" y="5086350"/>
            <a:ext cx="20320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댓글 삭제: 작성자만 가능</a:t>
            </a:r>
            <a:endParaRPr lang="en-US" sz="1200" dirty="0"/>
          </a:p>
        </p:txBody>
      </p:sp>
      <p:sp>
        <p:nvSpPr>
          <p:cNvPr id="73" name="Text 29"/>
          <p:cNvSpPr/>
          <p:nvPr/>
        </p:nvSpPr>
        <p:spPr>
          <a:xfrm>
            <a:off x="6362700" y="5429250"/>
            <a:ext cx="5105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인터랙션 흐름</a:t>
            </a:r>
            <a:endParaRPr lang="en-US" sz="1350" dirty="0"/>
          </a:p>
        </p:txBody>
      </p:sp>
      <p:sp>
        <p:nvSpPr>
          <p:cNvPr id="74" name="Text 30"/>
          <p:cNvSpPr/>
          <p:nvPr/>
        </p:nvSpPr>
        <p:spPr>
          <a:xfrm>
            <a:off x="6477000" y="5734050"/>
            <a:ext cx="111889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게시글 로딩</a:t>
            </a:r>
            <a:endParaRPr lang="en-US" sz="1050" dirty="0"/>
          </a:p>
        </p:txBody>
      </p:sp>
      <p:sp>
        <p:nvSpPr>
          <p:cNvPr id="75" name="Text 31"/>
          <p:cNvSpPr/>
          <p:nvPr/>
        </p:nvSpPr>
        <p:spPr>
          <a:xfrm>
            <a:off x="8696771" y="5734050"/>
            <a:ext cx="9588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댓글 로딩</a:t>
            </a:r>
            <a:endParaRPr lang="en-US" sz="1050" dirty="0"/>
          </a:p>
        </p:txBody>
      </p:sp>
      <p:sp>
        <p:nvSpPr>
          <p:cNvPr id="76" name="Text 32"/>
          <p:cNvSpPr/>
          <p:nvPr/>
        </p:nvSpPr>
        <p:spPr>
          <a:xfrm>
            <a:off x="10783193" y="5734050"/>
            <a:ext cx="9588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표시</a:t>
            </a:r>
            <a:endParaRPr lang="en-US" sz="1050" dirty="0"/>
          </a:p>
        </p:txBody>
      </p:sp>
      <p:sp>
        <p:nvSpPr>
          <p:cNvPr id="77" name="Text 33"/>
          <p:cNvSpPr/>
          <p:nvPr/>
        </p:nvSpPr>
        <p:spPr>
          <a:xfrm>
            <a:off x="6477000" y="6076950"/>
            <a:ext cx="9588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댓글 입력</a:t>
            </a:r>
            <a:endParaRPr lang="en-US" sz="1050" dirty="0"/>
          </a:p>
        </p:txBody>
      </p:sp>
      <p:sp>
        <p:nvSpPr>
          <p:cNvPr id="78" name="Text 34"/>
          <p:cNvSpPr/>
          <p:nvPr/>
        </p:nvSpPr>
        <p:spPr>
          <a:xfrm>
            <a:off x="8630096" y="6076950"/>
            <a:ext cx="9588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 전송</a:t>
            </a:r>
            <a:endParaRPr lang="en-US" sz="1050" dirty="0"/>
          </a:p>
        </p:txBody>
      </p:sp>
      <p:sp>
        <p:nvSpPr>
          <p:cNvPr id="79" name="Text 35"/>
          <p:cNvSpPr/>
          <p:nvPr/>
        </p:nvSpPr>
        <p:spPr>
          <a:xfrm>
            <a:off x="10783193" y="6076950"/>
            <a:ext cx="9588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댓글 추가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69" y="1905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952500"/>
            <a:ext cx="1219200" cy="381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7708" y="1333500"/>
            <a:ext cx="5319951" cy="42291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2280" y="1524000"/>
            <a:ext cx="381000" cy="3810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7530" y="1581150"/>
            <a:ext cx="190500" cy="2667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12280" y="2400300"/>
            <a:ext cx="2476500" cy="3429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88480" y="2495550"/>
            <a:ext cx="114300" cy="152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64980" y="2400300"/>
            <a:ext cx="2476500" cy="3429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41180" y="2495550"/>
            <a:ext cx="152400" cy="1524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12280" y="2819400"/>
            <a:ext cx="2476500" cy="5334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88480" y="3009900"/>
            <a:ext cx="152400" cy="1524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64980" y="2819400"/>
            <a:ext cx="2476500" cy="5334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41180" y="3009900"/>
            <a:ext cx="152400" cy="1524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12280" y="3867150"/>
            <a:ext cx="152400" cy="1524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64980" y="3867150"/>
            <a:ext cx="152400" cy="1524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12280" y="4133850"/>
            <a:ext cx="152400" cy="15240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64980" y="4133850"/>
            <a:ext cx="152400" cy="15240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12280" y="4800600"/>
            <a:ext cx="5029200" cy="57150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47143" y="4914900"/>
            <a:ext cx="1199108" cy="342900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41501" y="5076825"/>
            <a:ext cx="457200" cy="19050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993951" y="4914900"/>
            <a:ext cx="932408" cy="342900"/>
          </a:xfrm>
          <a:prstGeom prst="rect">
            <a:avLst/>
          </a:prstGeom>
        </p:spPr>
      </p:pic>
      <p:pic>
        <p:nvPicPr>
          <p:cNvPr id="45" name="Image 43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021610" y="5076825"/>
            <a:ext cx="457200" cy="19050"/>
          </a:xfrm>
          <a:prstGeom prst="rect">
            <a:avLst/>
          </a:prstGeom>
        </p:spPr>
      </p:pic>
      <p:pic>
        <p:nvPicPr>
          <p:cNvPr id="46" name="Image 4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574060" y="4914900"/>
            <a:ext cx="932408" cy="342900"/>
          </a:xfrm>
          <a:prstGeom prst="rect">
            <a:avLst/>
          </a:prstGeom>
        </p:spPr>
      </p:pic>
      <p:sp>
        <p:nvSpPr>
          <p:cNvPr id="47" name="Text 0"/>
          <p:cNvSpPr/>
          <p:nvPr/>
        </p:nvSpPr>
        <p:spPr>
          <a:xfrm>
            <a:off x="571500" y="381000"/>
            <a:ext cx="11049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ko-KR" altLang="en-US" sz="2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글쓰기 구성화면</a:t>
            </a:r>
            <a:r>
              <a:rPr lang="en-US" sz="2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700" dirty="0"/>
          </a:p>
        </p:txBody>
      </p:sp>
      <p:sp>
        <p:nvSpPr>
          <p:cNvPr id="48" name="Text 1"/>
          <p:cNvSpPr/>
          <p:nvPr/>
        </p:nvSpPr>
        <p:spPr>
          <a:xfrm>
            <a:off x="1943100" y="838200"/>
            <a:ext cx="401210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구성 요소, 주요 기능, 사용자 행동 패턴</a:t>
            </a:r>
            <a:endParaRPr lang="en-US" sz="1350" dirty="0"/>
          </a:p>
        </p:txBody>
      </p:sp>
      <p:sp>
        <p:nvSpPr>
          <p:cNvPr id="64" name="Text 17"/>
          <p:cNvSpPr/>
          <p:nvPr/>
        </p:nvSpPr>
        <p:spPr>
          <a:xfrm>
            <a:off x="7307579" y="1562099"/>
            <a:ext cx="2133601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ko-KR" altLang="en-US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글쓰기 화면 </a:t>
            </a:r>
            <a:endParaRPr lang="en-US" sz="1800" dirty="0"/>
          </a:p>
        </p:txBody>
      </p:sp>
      <p:sp>
        <p:nvSpPr>
          <p:cNvPr id="65" name="Text 18"/>
          <p:cNvSpPr/>
          <p:nvPr/>
        </p:nvSpPr>
        <p:spPr>
          <a:xfrm>
            <a:off x="6812280" y="2057400"/>
            <a:ext cx="5029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구성 요소</a:t>
            </a:r>
            <a:endParaRPr lang="en-US" sz="1350" dirty="0"/>
          </a:p>
        </p:txBody>
      </p:sp>
      <p:sp>
        <p:nvSpPr>
          <p:cNvPr id="66" name="Text 19"/>
          <p:cNvSpPr/>
          <p:nvPr/>
        </p:nvSpPr>
        <p:spPr>
          <a:xfrm>
            <a:off x="7078980" y="2476500"/>
            <a:ext cx="243601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상단 바: </a:t>
            </a:r>
            <a:r>
              <a:rPr lang="ko-KR" alt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게시판 모음</a:t>
            </a:r>
            <a:endParaRPr lang="en-US" sz="1050" dirty="0"/>
          </a:p>
        </p:txBody>
      </p:sp>
      <p:sp>
        <p:nvSpPr>
          <p:cNvPr id="67" name="Text 20"/>
          <p:cNvSpPr/>
          <p:nvPr/>
        </p:nvSpPr>
        <p:spPr>
          <a:xfrm>
            <a:off x="9669780" y="2476500"/>
            <a:ext cx="248048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카테고리 탭: 전체, 일상, 질문, 모임</a:t>
            </a:r>
            <a:endParaRPr lang="en-US" sz="1050" dirty="0"/>
          </a:p>
        </p:txBody>
      </p:sp>
      <p:sp>
        <p:nvSpPr>
          <p:cNvPr id="68" name="Text 21"/>
          <p:cNvSpPr/>
          <p:nvPr/>
        </p:nvSpPr>
        <p:spPr>
          <a:xfrm>
            <a:off x="7117080" y="2990850"/>
            <a:ext cx="250709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게시글 목록: 카드 또는 리스트 형태</a:t>
            </a:r>
            <a:endParaRPr lang="en-US" sz="1050" dirty="0"/>
          </a:p>
        </p:txBody>
      </p:sp>
      <p:sp>
        <p:nvSpPr>
          <p:cNvPr id="69" name="Text 22"/>
          <p:cNvSpPr/>
          <p:nvPr/>
        </p:nvSpPr>
        <p:spPr>
          <a:xfrm>
            <a:off x="9669780" y="2895600"/>
            <a:ext cx="20955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플로팅 액션 버튼(FAB): 게시글 작성</a:t>
            </a:r>
            <a:endParaRPr lang="en-US" sz="1050" dirty="0"/>
          </a:p>
        </p:txBody>
      </p:sp>
      <p:sp>
        <p:nvSpPr>
          <p:cNvPr id="70" name="Text 23"/>
          <p:cNvSpPr/>
          <p:nvPr/>
        </p:nvSpPr>
        <p:spPr>
          <a:xfrm>
            <a:off x="6812280" y="3505200"/>
            <a:ext cx="5029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1350" dirty="0"/>
          </a:p>
        </p:txBody>
      </p:sp>
      <p:sp>
        <p:nvSpPr>
          <p:cNvPr id="71" name="Text 24"/>
          <p:cNvSpPr/>
          <p:nvPr/>
        </p:nvSpPr>
        <p:spPr>
          <a:xfrm>
            <a:off x="7040880" y="3848100"/>
            <a:ext cx="22047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ko-KR" altLang="en-US" sz="1050" dirty="0"/>
              <a:t>제목 입력 기능</a:t>
            </a:r>
            <a:endParaRPr lang="en-US" sz="1050" dirty="0"/>
          </a:p>
        </p:txBody>
      </p:sp>
      <p:sp>
        <p:nvSpPr>
          <p:cNvPr id="72" name="Text 25"/>
          <p:cNvSpPr/>
          <p:nvPr/>
        </p:nvSpPr>
        <p:spPr>
          <a:xfrm>
            <a:off x="9593580" y="3848100"/>
            <a:ext cx="13246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ko-KR" altLang="en-US" sz="1050" dirty="0"/>
              <a:t>본문 입력 박스</a:t>
            </a:r>
            <a:endParaRPr lang="en-US" sz="1050" dirty="0"/>
          </a:p>
        </p:txBody>
      </p:sp>
      <p:sp>
        <p:nvSpPr>
          <p:cNvPr id="73" name="Text 26"/>
          <p:cNvSpPr/>
          <p:nvPr/>
        </p:nvSpPr>
        <p:spPr>
          <a:xfrm>
            <a:off x="7040880" y="4114800"/>
            <a:ext cx="1078992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ko-KR" altLang="en-US" sz="1050" dirty="0"/>
              <a:t>제출 및 저장 기능</a:t>
            </a:r>
            <a:endParaRPr lang="en-US" sz="1050" dirty="0"/>
          </a:p>
        </p:txBody>
      </p:sp>
      <p:sp>
        <p:nvSpPr>
          <p:cNvPr id="74" name="Text 27"/>
          <p:cNvSpPr/>
          <p:nvPr/>
        </p:nvSpPr>
        <p:spPr>
          <a:xfrm>
            <a:off x="9593580" y="4114800"/>
            <a:ext cx="193809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ko-KR" altLang="en-US" sz="1050" dirty="0"/>
              <a:t>취소 기능 </a:t>
            </a:r>
            <a:endParaRPr lang="en-US" sz="1050" dirty="0"/>
          </a:p>
        </p:txBody>
      </p:sp>
      <p:sp>
        <p:nvSpPr>
          <p:cNvPr id="75" name="Text 28"/>
          <p:cNvSpPr/>
          <p:nvPr/>
        </p:nvSpPr>
        <p:spPr>
          <a:xfrm>
            <a:off x="6812280" y="4457700"/>
            <a:ext cx="5029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인터랙션 흐름</a:t>
            </a:r>
            <a:endParaRPr lang="en-US" sz="1350" dirty="0"/>
          </a:p>
        </p:txBody>
      </p:sp>
      <p:sp>
        <p:nvSpPr>
          <p:cNvPr id="76" name="Text 29"/>
          <p:cNvSpPr/>
          <p:nvPr/>
        </p:nvSpPr>
        <p:spPr>
          <a:xfrm>
            <a:off x="7261443" y="4914900"/>
            <a:ext cx="143893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77" name="Text 30"/>
          <p:cNvSpPr/>
          <p:nvPr/>
        </p:nvSpPr>
        <p:spPr>
          <a:xfrm>
            <a:off x="9019529" y="4926568"/>
            <a:ext cx="112019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ko-KR" altLang="en-US" sz="1050" dirty="0"/>
              <a:t>입력 및 작성 단계</a:t>
            </a:r>
            <a:endParaRPr lang="en-US" sz="1050" dirty="0"/>
          </a:p>
        </p:txBody>
      </p:sp>
      <p:sp>
        <p:nvSpPr>
          <p:cNvPr id="78" name="Text 31"/>
          <p:cNvSpPr/>
          <p:nvPr/>
        </p:nvSpPr>
        <p:spPr>
          <a:xfrm>
            <a:off x="10748168" y="4972050"/>
            <a:ext cx="111889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ko-KR" altLang="en-US" sz="1050" dirty="0"/>
              <a:t>종료 단계</a:t>
            </a:r>
            <a:endParaRPr lang="en-US" sz="1050" dirty="0"/>
          </a:p>
        </p:txBody>
      </p:sp>
      <p:pic>
        <p:nvPicPr>
          <p:cNvPr id="84" name="그림 83">
            <a:extLst>
              <a:ext uri="{FF2B5EF4-FFF2-40B4-BE49-F238E27FC236}">
                <a16:creationId xmlns:a16="http://schemas.microsoft.com/office/drawing/2014/main" id="{DE5418FA-1BD1-C43D-D9AB-4B96718F5F94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12461" y="1257300"/>
            <a:ext cx="6382441" cy="5334000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4FD0F371-1AAE-46B2-2695-6C1D5FA65D52}"/>
              </a:ext>
            </a:extLst>
          </p:cNvPr>
          <p:cNvSpPr txBox="1"/>
          <p:nvPr/>
        </p:nvSpPr>
        <p:spPr>
          <a:xfrm>
            <a:off x="7334925" y="4942329"/>
            <a:ext cx="125026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진입 단계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0480" y="13607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857250"/>
            <a:ext cx="1219200" cy="381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8277" y="1164868"/>
            <a:ext cx="5410200" cy="46101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4076" y="1314450"/>
            <a:ext cx="381000" cy="381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99326" y="1371600"/>
            <a:ext cx="190500" cy="2667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04076" y="2533650"/>
            <a:ext cx="1524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04076" y="2800350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04076" y="3067050"/>
            <a:ext cx="1524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04076" y="3333750"/>
            <a:ext cx="152400" cy="152400"/>
          </a:xfrm>
          <a:prstGeom prst="rect">
            <a:avLst/>
          </a:prstGeom>
        </p:spPr>
      </p:pic>
      <p:sp>
        <p:nvSpPr>
          <p:cNvPr id="45" name="Text 0"/>
          <p:cNvSpPr/>
          <p:nvPr/>
        </p:nvSpPr>
        <p:spPr>
          <a:xfrm>
            <a:off x="571500" y="285750"/>
            <a:ext cx="11049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ko-KR" altLang="en-US" sz="2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자유게시판 구성 </a:t>
            </a:r>
            <a:r>
              <a:rPr lang="en-US" sz="2700" b="1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</a:t>
            </a:r>
            <a:endParaRPr lang="en-US" sz="2700" dirty="0"/>
          </a:p>
        </p:txBody>
      </p:sp>
      <p:sp>
        <p:nvSpPr>
          <p:cNvPr id="46" name="Text 1"/>
          <p:cNvSpPr/>
          <p:nvPr/>
        </p:nvSpPr>
        <p:spPr>
          <a:xfrm>
            <a:off x="1943100" y="742950"/>
            <a:ext cx="289214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채팅 목록 및 1:1 채팅 상세 화면</a:t>
            </a:r>
            <a:endParaRPr lang="en-US" sz="1350" dirty="0"/>
          </a:p>
        </p:txBody>
      </p:sp>
      <p:sp>
        <p:nvSpPr>
          <p:cNvPr id="61" name="Text 16"/>
          <p:cNvSpPr/>
          <p:nvPr/>
        </p:nvSpPr>
        <p:spPr>
          <a:xfrm>
            <a:off x="7199376" y="1352550"/>
            <a:ext cx="2084583" cy="323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ko-KR" altLang="en-US" b="1">
                <a:solidFill>
                  <a:srgbClr val="374151"/>
                </a:solidFill>
                <a:latin typeface="Arial" pitchFamily="34" charset="0"/>
                <a:cs typeface="Arial" pitchFamily="34" charset="-120"/>
              </a:rPr>
              <a:t>자유게시판 화면</a:t>
            </a:r>
            <a:endParaRPr lang="en-US" sz="1800" dirty="0"/>
          </a:p>
        </p:txBody>
      </p:sp>
      <p:sp>
        <p:nvSpPr>
          <p:cNvPr id="62" name="Text 17"/>
          <p:cNvSpPr/>
          <p:nvPr/>
        </p:nvSpPr>
        <p:spPr>
          <a:xfrm>
            <a:off x="6630924" y="1809750"/>
            <a:ext cx="6126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dirty="0" err="1">
                <a:solidFill>
                  <a:srgbClr val="4B5563"/>
                </a:solidFill>
                <a:latin typeface="Arial" pitchFamily="34" charset="0"/>
                <a:cs typeface="Arial" pitchFamily="34" charset="-120"/>
              </a:rPr>
              <a:t>게시글에</a:t>
            </a:r>
            <a:r>
              <a:rPr lang="ko-KR" altLang="en-US" sz="1200" dirty="0">
                <a:solidFill>
                  <a:srgbClr val="4B5563"/>
                </a:solidFill>
                <a:latin typeface="Arial" pitchFamily="34" charset="0"/>
                <a:cs typeface="Arial" pitchFamily="34" charset="-120"/>
              </a:rPr>
              <a:t> 자유롭게 글을 남길수 있고 </a:t>
            </a:r>
            <a:r>
              <a:rPr lang="ko-KR" altLang="en-US" sz="1200" dirty="0" err="1">
                <a:solidFill>
                  <a:srgbClr val="4B5563"/>
                </a:solidFill>
                <a:latin typeface="Arial" pitchFamily="34" charset="0"/>
                <a:cs typeface="Arial" pitchFamily="34" charset="-120"/>
              </a:rPr>
              <a:t>조회할수</a:t>
            </a:r>
            <a:r>
              <a:rPr lang="ko-KR" altLang="en-US" sz="1200" dirty="0">
                <a:solidFill>
                  <a:srgbClr val="4B5563"/>
                </a:solidFill>
                <a:latin typeface="Arial" pitchFamily="34" charset="0"/>
                <a:cs typeface="Arial" pitchFamily="34" charset="-120"/>
              </a:rPr>
              <a:t> 있는 공간이다</a:t>
            </a:r>
            <a:r>
              <a:rPr lang="en-US" altLang="ko-KR" sz="1200" dirty="0">
                <a:solidFill>
                  <a:srgbClr val="4B5563"/>
                </a:solidFill>
                <a:latin typeface="Arial" pitchFamily="34" charset="0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63" name="Text 18"/>
          <p:cNvSpPr/>
          <p:nvPr/>
        </p:nvSpPr>
        <p:spPr>
          <a:xfrm>
            <a:off x="6704076" y="2152650"/>
            <a:ext cx="5105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1350" dirty="0"/>
          </a:p>
        </p:txBody>
      </p:sp>
      <p:sp>
        <p:nvSpPr>
          <p:cNvPr id="64" name="Text 19"/>
          <p:cNvSpPr/>
          <p:nvPr/>
        </p:nvSpPr>
        <p:spPr>
          <a:xfrm>
            <a:off x="6932676" y="2495550"/>
            <a:ext cx="2214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ko-KR" altLang="en-US" sz="1200" dirty="0"/>
              <a:t>게시글 목록 조회</a:t>
            </a:r>
            <a:endParaRPr lang="en-US" sz="1200" dirty="0"/>
          </a:p>
        </p:txBody>
      </p:sp>
      <p:sp>
        <p:nvSpPr>
          <p:cNvPr id="65" name="Text 20"/>
          <p:cNvSpPr/>
          <p:nvPr/>
        </p:nvSpPr>
        <p:spPr>
          <a:xfrm>
            <a:off x="6932676" y="2762250"/>
            <a:ext cx="179843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ko-KR" altLang="en-US" sz="1200" dirty="0"/>
              <a:t>좋아요 </a:t>
            </a:r>
            <a:r>
              <a:rPr lang="en-US" altLang="ko-KR" sz="1200" dirty="0"/>
              <a:t>/ </a:t>
            </a:r>
            <a:r>
              <a:rPr lang="ko-KR" altLang="en-US" sz="1200" dirty="0"/>
              <a:t>신고 기능</a:t>
            </a:r>
            <a:endParaRPr lang="en-US" sz="1200" dirty="0"/>
          </a:p>
        </p:txBody>
      </p:sp>
      <p:sp>
        <p:nvSpPr>
          <p:cNvPr id="66" name="Text 21"/>
          <p:cNvSpPr/>
          <p:nvPr/>
        </p:nvSpPr>
        <p:spPr>
          <a:xfrm>
            <a:off x="6932676" y="3028950"/>
            <a:ext cx="32309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ko-KR" altLang="en-US" sz="1200" dirty="0"/>
              <a:t>글쓰기 버튼</a:t>
            </a:r>
            <a:endParaRPr lang="en-US" sz="1200" dirty="0"/>
          </a:p>
        </p:txBody>
      </p:sp>
      <p:sp>
        <p:nvSpPr>
          <p:cNvPr id="67" name="Text 22"/>
          <p:cNvSpPr/>
          <p:nvPr/>
        </p:nvSpPr>
        <p:spPr>
          <a:xfrm>
            <a:off x="6932676" y="3295650"/>
            <a:ext cx="26212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ko-KR" altLang="en-US" sz="1200" dirty="0"/>
              <a:t>작성자 검색</a:t>
            </a:r>
            <a:endParaRPr lang="en-US" sz="1200" dirty="0"/>
          </a:p>
        </p:txBody>
      </p:sp>
      <p:pic>
        <p:nvPicPr>
          <p:cNvPr id="79" name="그림 78">
            <a:extLst>
              <a:ext uri="{FF2B5EF4-FFF2-40B4-BE49-F238E27FC236}">
                <a16:creationId xmlns:a16="http://schemas.microsoft.com/office/drawing/2014/main" id="{AF038FA9-F498-0799-2948-2DFEEE1C2D1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92" y="1433512"/>
            <a:ext cx="6402324" cy="4548188"/>
          </a:xfrm>
          <a:prstGeom prst="rect">
            <a:avLst/>
          </a:prstGeom>
        </p:spPr>
      </p:pic>
      <p:pic>
        <p:nvPicPr>
          <p:cNvPr id="80" name="Image 21" descr="preencoded.png">
            <a:extLst>
              <a:ext uri="{FF2B5EF4-FFF2-40B4-BE49-F238E27FC236}">
                <a16:creationId xmlns:a16="http://schemas.microsoft.com/office/drawing/2014/main" id="{F7D5AB7C-B016-EF0E-A9D1-A7073F3D6F2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9857" y="4169623"/>
            <a:ext cx="152400" cy="152400"/>
          </a:xfrm>
          <a:prstGeom prst="rect">
            <a:avLst/>
          </a:prstGeom>
        </p:spPr>
      </p:pic>
      <p:pic>
        <p:nvPicPr>
          <p:cNvPr id="81" name="Image 22" descr="preencoded.png">
            <a:extLst>
              <a:ext uri="{FF2B5EF4-FFF2-40B4-BE49-F238E27FC236}">
                <a16:creationId xmlns:a16="http://schemas.microsoft.com/office/drawing/2014/main" id="{FF913185-2DA1-F74D-C398-AF3AC806711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9857" y="4436323"/>
            <a:ext cx="152400" cy="152400"/>
          </a:xfrm>
          <a:prstGeom prst="rect">
            <a:avLst/>
          </a:prstGeom>
        </p:spPr>
      </p:pic>
      <p:pic>
        <p:nvPicPr>
          <p:cNvPr id="82" name="Image 23" descr="preencoded.png">
            <a:extLst>
              <a:ext uri="{FF2B5EF4-FFF2-40B4-BE49-F238E27FC236}">
                <a16:creationId xmlns:a16="http://schemas.microsoft.com/office/drawing/2014/main" id="{36A01A91-9C5B-BB95-9E70-C1D676F969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9857" y="4703023"/>
            <a:ext cx="152400" cy="152400"/>
          </a:xfrm>
          <a:prstGeom prst="rect">
            <a:avLst/>
          </a:prstGeom>
        </p:spPr>
      </p:pic>
      <p:pic>
        <p:nvPicPr>
          <p:cNvPr id="83" name="Image 24" descr="preencoded.png">
            <a:extLst>
              <a:ext uri="{FF2B5EF4-FFF2-40B4-BE49-F238E27FC236}">
                <a16:creationId xmlns:a16="http://schemas.microsoft.com/office/drawing/2014/main" id="{7253E1F3-839C-4034-26A6-D14302F582B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9857" y="4969723"/>
            <a:ext cx="152400" cy="152400"/>
          </a:xfrm>
          <a:prstGeom prst="rect">
            <a:avLst/>
          </a:prstGeom>
        </p:spPr>
      </p:pic>
      <p:sp>
        <p:nvSpPr>
          <p:cNvPr id="84" name="Text 19">
            <a:extLst>
              <a:ext uri="{FF2B5EF4-FFF2-40B4-BE49-F238E27FC236}">
                <a16:creationId xmlns:a16="http://schemas.microsoft.com/office/drawing/2014/main" id="{5D43C416-50F9-E385-4BB2-B57315700A05}"/>
              </a:ext>
            </a:extLst>
          </p:cNvPr>
          <p:cNvSpPr/>
          <p:nvPr/>
        </p:nvSpPr>
        <p:spPr>
          <a:xfrm>
            <a:off x="6898457" y="4131523"/>
            <a:ext cx="2214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ko-KR" altLang="en-US" sz="1200" dirty="0"/>
              <a:t>“게시글 상세 조회</a:t>
            </a:r>
            <a:endParaRPr lang="en-US" sz="1200" dirty="0"/>
          </a:p>
        </p:txBody>
      </p:sp>
      <p:sp>
        <p:nvSpPr>
          <p:cNvPr id="85" name="Text 20">
            <a:extLst>
              <a:ext uri="{FF2B5EF4-FFF2-40B4-BE49-F238E27FC236}">
                <a16:creationId xmlns:a16="http://schemas.microsoft.com/office/drawing/2014/main" id="{DF4C2C33-D6E7-43E6-7BF6-8C52D6EAB51C}"/>
              </a:ext>
            </a:extLst>
          </p:cNvPr>
          <p:cNvSpPr/>
          <p:nvPr/>
        </p:nvSpPr>
        <p:spPr>
          <a:xfrm>
            <a:off x="6898457" y="4398223"/>
            <a:ext cx="179843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ko-KR" altLang="en-US" sz="1200" dirty="0"/>
              <a:t>글쓰기 요청</a:t>
            </a:r>
            <a:r>
              <a:rPr lang="en-US" altLang="ko-KR" sz="1200" dirty="0"/>
              <a:t>(POST)</a:t>
            </a:r>
            <a:endParaRPr lang="en-US" sz="1200" dirty="0"/>
          </a:p>
        </p:txBody>
      </p:sp>
      <p:sp>
        <p:nvSpPr>
          <p:cNvPr id="86" name="Text 21">
            <a:extLst>
              <a:ext uri="{FF2B5EF4-FFF2-40B4-BE49-F238E27FC236}">
                <a16:creationId xmlns:a16="http://schemas.microsoft.com/office/drawing/2014/main" id="{BCCFDB92-37E5-5F3D-8427-D01E2EE641D3}"/>
              </a:ext>
            </a:extLst>
          </p:cNvPr>
          <p:cNvSpPr/>
          <p:nvPr/>
        </p:nvSpPr>
        <p:spPr>
          <a:xfrm>
            <a:off x="6898457" y="4664923"/>
            <a:ext cx="32309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altLang="ko-KR" sz="1200" dirty="0"/>
              <a:t>DB</a:t>
            </a:r>
            <a:r>
              <a:rPr lang="ko-KR" altLang="en-US" sz="1200" dirty="0"/>
              <a:t>에 게시글 저장</a:t>
            </a:r>
            <a:endParaRPr lang="en-US" sz="1200" dirty="0"/>
          </a:p>
        </p:txBody>
      </p:sp>
      <p:sp>
        <p:nvSpPr>
          <p:cNvPr id="87" name="Text 22">
            <a:extLst>
              <a:ext uri="{FF2B5EF4-FFF2-40B4-BE49-F238E27FC236}">
                <a16:creationId xmlns:a16="http://schemas.microsoft.com/office/drawing/2014/main" id="{FE1CDF90-B2BB-A824-B39A-62131E1FB590}"/>
              </a:ext>
            </a:extLst>
          </p:cNvPr>
          <p:cNvSpPr/>
          <p:nvPr/>
        </p:nvSpPr>
        <p:spPr>
          <a:xfrm>
            <a:off x="6898457" y="4931623"/>
            <a:ext cx="26212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ko-KR" altLang="en-US" sz="1200" dirty="0"/>
              <a:t>조회수 업데이트</a:t>
            </a:r>
            <a:endParaRPr lang="en-US" sz="1200" dirty="0"/>
          </a:p>
        </p:txBody>
      </p:sp>
      <p:sp>
        <p:nvSpPr>
          <p:cNvPr id="88" name="Text 18">
            <a:extLst>
              <a:ext uri="{FF2B5EF4-FFF2-40B4-BE49-F238E27FC236}">
                <a16:creationId xmlns:a16="http://schemas.microsoft.com/office/drawing/2014/main" id="{5120BADF-C8D1-93A0-98D6-BAD777EC95B8}"/>
              </a:ext>
            </a:extLst>
          </p:cNvPr>
          <p:cNvSpPr/>
          <p:nvPr/>
        </p:nvSpPr>
        <p:spPr>
          <a:xfrm>
            <a:off x="6594896" y="3674323"/>
            <a:ext cx="5105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350" dirty="0">
                <a:solidFill>
                  <a:srgbClr val="374151"/>
                </a:solidFill>
                <a:latin typeface="Arial" pitchFamily="34" charset="0"/>
                <a:cs typeface="Arial" pitchFamily="34" charset="-120"/>
              </a:rPr>
              <a:t>기능 설명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857250"/>
            <a:ext cx="1219200" cy="381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571500" y="285750"/>
            <a:ext cx="11049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ko-KR" altLang="en-US" sz="2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갤러리 구성 </a:t>
            </a:r>
            <a:r>
              <a:rPr lang="en-US" sz="2700" b="1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</a:t>
            </a:r>
            <a:endParaRPr lang="en-US" sz="2700" dirty="0"/>
          </a:p>
        </p:txBody>
      </p:sp>
      <p:sp>
        <p:nvSpPr>
          <p:cNvPr id="26" name="Text 1"/>
          <p:cNvSpPr/>
          <p:nvPr/>
        </p:nvSpPr>
        <p:spPr>
          <a:xfrm>
            <a:off x="1943100" y="742950"/>
            <a:ext cx="448073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350" dirty="0">
                <a:solidFill>
                  <a:srgbClr val="4B5563"/>
                </a:solidFill>
                <a:latin typeface="Arial" pitchFamily="34" charset="0"/>
                <a:cs typeface="Arial" pitchFamily="34" charset="-120"/>
              </a:rPr>
              <a:t>갤러리 화면 인터페이스 설명</a:t>
            </a:r>
            <a:endParaRPr lang="en-US" altLang="ko-KR" sz="1350" dirty="0">
              <a:solidFill>
                <a:srgbClr val="4B5563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lnSpc>
                <a:spcPts val="2100"/>
              </a:lnSpc>
              <a:buNone/>
            </a:pPr>
            <a:endParaRPr lang="en-US" sz="1350" dirty="0"/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B026C8AB-F3EC-E0F9-D13B-F7B75CC066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927" y="1371600"/>
            <a:ext cx="5882173" cy="5200650"/>
          </a:xfrm>
          <a:prstGeom prst="rect">
            <a:avLst/>
          </a:prstGeom>
        </p:spPr>
      </p:pic>
      <p:pic>
        <p:nvPicPr>
          <p:cNvPr id="53" name="Image 9" descr="preencoded.png">
            <a:extLst>
              <a:ext uri="{FF2B5EF4-FFF2-40B4-BE49-F238E27FC236}">
                <a16:creationId xmlns:a16="http://schemas.microsoft.com/office/drawing/2014/main" id="{E4960DDE-BE0E-FD40-8711-EF8996CCBE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7216" y="3768018"/>
            <a:ext cx="190500" cy="190500"/>
          </a:xfrm>
          <a:prstGeom prst="rect">
            <a:avLst/>
          </a:prstGeom>
        </p:spPr>
      </p:pic>
      <p:pic>
        <p:nvPicPr>
          <p:cNvPr id="54" name="Image 10" descr="preencoded.png">
            <a:extLst>
              <a:ext uri="{FF2B5EF4-FFF2-40B4-BE49-F238E27FC236}">
                <a16:creationId xmlns:a16="http://schemas.microsoft.com/office/drawing/2014/main" id="{545F1657-BBCF-F54C-A56F-F3E4F87C9F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7216" y="4149018"/>
            <a:ext cx="5181600" cy="800100"/>
          </a:xfrm>
          <a:prstGeom prst="rect">
            <a:avLst/>
          </a:prstGeom>
        </p:spPr>
      </p:pic>
      <p:pic>
        <p:nvPicPr>
          <p:cNvPr id="55" name="Image 11" descr="preencoded.png">
            <a:extLst>
              <a:ext uri="{FF2B5EF4-FFF2-40B4-BE49-F238E27FC236}">
                <a16:creationId xmlns:a16="http://schemas.microsoft.com/office/drawing/2014/main" id="{A563D98D-2337-8AF9-5A7B-EEF3075AC6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7216" y="5177718"/>
            <a:ext cx="5181600" cy="1028700"/>
          </a:xfrm>
          <a:prstGeom prst="rect">
            <a:avLst/>
          </a:prstGeom>
        </p:spPr>
      </p:pic>
      <p:sp>
        <p:nvSpPr>
          <p:cNvPr id="56" name="Text 13">
            <a:extLst>
              <a:ext uri="{FF2B5EF4-FFF2-40B4-BE49-F238E27FC236}">
                <a16:creationId xmlns:a16="http://schemas.microsoft.com/office/drawing/2014/main" id="{CBBF2040-6E04-376D-6806-78F98F6863FB}"/>
              </a:ext>
            </a:extLst>
          </p:cNvPr>
          <p:cNvSpPr/>
          <p:nvPr/>
        </p:nvSpPr>
        <p:spPr>
          <a:xfrm>
            <a:off x="6763916" y="3729918"/>
            <a:ext cx="518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4E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화면 레이아웃 구조</a:t>
            </a:r>
            <a:endParaRPr lang="en-US" sz="1500" dirty="0"/>
          </a:p>
        </p:txBody>
      </p:sp>
      <p:sp>
        <p:nvSpPr>
          <p:cNvPr id="57" name="Text 14">
            <a:extLst>
              <a:ext uri="{FF2B5EF4-FFF2-40B4-BE49-F238E27FC236}">
                <a16:creationId xmlns:a16="http://schemas.microsoft.com/office/drawing/2014/main" id="{25DF83FA-0898-BFD7-48C5-8F5CA1222A82}"/>
              </a:ext>
            </a:extLst>
          </p:cNvPr>
          <p:cNvSpPr/>
          <p:nvPr/>
        </p:nvSpPr>
        <p:spPr>
          <a:xfrm>
            <a:off x="6649616" y="4149018"/>
            <a:ext cx="5029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헤더 영역</a:t>
            </a:r>
            <a:endParaRPr lang="en-US" sz="1350" dirty="0"/>
          </a:p>
        </p:txBody>
      </p:sp>
      <p:sp>
        <p:nvSpPr>
          <p:cNvPr id="58" name="Text 15">
            <a:extLst>
              <a:ext uri="{FF2B5EF4-FFF2-40B4-BE49-F238E27FC236}">
                <a16:creationId xmlns:a16="http://schemas.microsoft.com/office/drawing/2014/main" id="{17E68AD2-6DE0-33A3-0B76-12515D041AB1}"/>
              </a:ext>
            </a:extLst>
          </p:cNvPr>
          <p:cNvSpPr/>
          <p:nvPr/>
        </p:nvSpPr>
        <p:spPr>
          <a:xfrm>
            <a:off x="6687716" y="4491918"/>
            <a:ext cx="4991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검색 바: 갤러리 내용 검색</a:t>
            </a:r>
            <a:endParaRPr lang="en-US" sz="1200" dirty="0"/>
          </a:p>
        </p:txBody>
      </p:sp>
      <p:sp>
        <p:nvSpPr>
          <p:cNvPr id="59" name="Text 16">
            <a:extLst>
              <a:ext uri="{FF2B5EF4-FFF2-40B4-BE49-F238E27FC236}">
                <a16:creationId xmlns:a16="http://schemas.microsoft.com/office/drawing/2014/main" id="{17A26AD8-4230-19E3-D3F4-EEA172979E3E}"/>
              </a:ext>
            </a:extLst>
          </p:cNvPr>
          <p:cNvSpPr/>
          <p:nvPr/>
        </p:nvSpPr>
        <p:spPr>
          <a:xfrm>
            <a:off x="6687716" y="4720518"/>
            <a:ext cx="4991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글쓰기 버튼: 새로운 게시물 추가</a:t>
            </a:r>
            <a:endParaRPr lang="en-US" sz="1200" dirty="0"/>
          </a:p>
        </p:txBody>
      </p:sp>
      <p:sp>
        <p:nvSpPr>
          <p:cNvPr id="60" name="Text 17">
            <a:extLst>
              <a:ext uri="{FF2B5EF4-FFF2-40B4-BE49-F238E27FC236}">
                <a16:creationId xmlns:a16="http://schemas.microsoft.com/office/drawing/2014/main" id="{DAEAB794-5627-E324-F9A5-43533D0B494B}"/>
              </a:ext>
            </a:extLst>
          </p:cNvPr>
          <p:cNvSpPr/>
          <p:nvPr/>
        </p:nvSpPr>
        <p:spPr>
          <a:xfrm>
            <a:off x="6649616" y="5177718"/>
            <a:ext cx="5029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메인 영역</a:t>
            </a:r>
            <a:endParaRPr lang="en-US" sz="1350" dirty="0"/>
          </a:p>
        </p:txBody>
      </p:sp>
      <p:sp>
        <p:nvSpPr>
          <p:cNvPr id="61" name="Text 18">
            <a:extLst>
              <a:ext uri="{FF2B5EF4-FFF2-40B4-BE49-F238E27FC236}">
                <a16:creationId xmlns:a16="http://schemas.microsoft.com/office/drawing/2014/main" id="{18206F4A-8450-24D3-09BF-23A67070F3F9}"/>
              </a:ext>
            </a:extLst>
          </p:cNvPr>
          <p:cNvSpPr/>
          <p:nvPr/>
        </p:nvSpPr>
        <p:spPr>
          <a:xfrm>
            <a:off x="6687716" y="5520618"/>
            <a:ext cx="4991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카드 컴포넌트: 갤러리 내용 표시</a:t>
            </a:r>
            <a:endParaRPr lang="en-US" sz="1200" dirty="0"/>
          </a:p>
        </p:txBody>
      </p:sp>
      <p:sp>
        <p:nvSpPr>
          <p:cNvPr id="62" name="Text 19">
            <a:extLst>
              <a:ext uri="{FF2B5EF4-FFF2-40B4-BE49-F238E27FC236}">
                <a16:creationId xmlns:a16="http://schemas.microsoft.com/office/drawing/2014/main" id="{E99441F4-CCA4-87B9-5173-D98DD08152C3}"/>
              </a:ext>
            </a:extLst>
          </p:cNvPr>
          <p:cNvSpPr/>
          <p:nvPr/>
        </p:nvSpPr>
        <p:spPr>
          <a:xfrm>
            <a:off x="6687716" y="5749218"/>
            <a:ext cx="4991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인물 아이콘: 작성자 표시</a:t>
            </a:r>
            <a:endParaRPr lang="en-US" sz="1200" dirty="0"/>
          </a:p>
        </p:txBody>
      </p:sp>
      <p:sp>
        <p:nvSpPr>
          <p:cNvPr id="63" name="Text 20">
            <a:extLst>
              <a:ext uri="{FF2B5EF4-FFF2-40B4-BE49-F238E27FC236}">
                <a16:creationId xmlns:a16="http://schemas.microsoft.com/office/drawing/2014/main" id="{7832EB0D-3AC7-AFDC-90FC-DA0F3E2664C1}"/>
              </a:ext>
            </a:extLst>
          </p:cNvPr>
          <p:cNvSpPr/>
          <p:nvPr/>
        </p:nvSpPr>
        <p:spPr>
          <a:xfrm>
            <a:off x="6687716" y="5977818"/>
            <a:ext cx="4991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캘린더 아이콘: 날짜 표시</a:t>
            </a:r>
            <a:endParaRPr lang="en-US" sz="1200" dirty="0"/>
          </a:p>
        </p:txBody>
      </p:sp>
      <p:pic>
        <p:nvPicPr>
          <p:cNvPr id="64" name="Image 3" descr="preencoded.png">
            <a:extLst>
              <a:ext uri="{FF2B5EF4-FFF2-40B4-BE49-F238E27FC236}">
                <a16:creationId xmlns:a16="http://schemas.microsoft.com/office/drawing/2014/main" id="{8EBAE7AC-5155-625E-7D80-C2F891EC563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6523" y="1405812"/>
            <a:ext cx="238125" cy="190500"/>
          </a:xfrm>
          <a:prstGeom prst="rect">
            <a:avLst/>
          </a:prstGeom>
        </p:spPr>
      </p:pic>
      <p:pic>
        <p:nvPicPr>
          <p:cNvPr id="65" name="Image 4" descr="preencoded.png">
            <a:extLst>
              <a:ext uri="{FF2B5EF4-FFF2-40B4-BE49-F238E27FC236}">
                <a16:creationId xmlns:a16="http://schemas.microsoft.com/office/drawing/2014/main" id="{CDD9B7E2-899F-350B-694D-FCC66F64049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6523" y="1748712"/>
            <a:ext cx="304800" cy="381000"/>
          </a:xfrm>
          <a:prstGeom prst="rect">
            <a:avLst/>
          </a:prstGeom>
        </p:spPr>
      </p:pic>
      <p:pic>
        <p:nvPicPr>
          <p:cNvPr id="66" name="Image 5" descr="preencoded.png">
            <a:extLst>
              <a:ext uri="{FF2B5EF4-FFF2-40B4-BE49-F238E27FC236}">
                <a16:creationId xmlns:a16="http://schemas.microsoft.com/office/drawing/2014/main" id="{DC9BDCE8-9F10-592E-FA09-90B35533D84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52723" y="1853487"/>
            <a:ext cx="152400" cy="152400"/>
          </a:xfrm>
          <a:prstGeom prst="rect">
            <a:avLst/>
          </a:prstGeom>
        </p:spPr>
      </p:pic>
      <p:pic>
        <p:nvPicPr>
          <p:cNvPr id="67" name="Image 6" descr="preencoded.png">
            <a:extLst>
              <a:ext uri="{FF2B5EF4-FFF2-40B4-BE49-F238E27FC236}">
                <a16:creationId xmlns:a16="http://schemas.microsoft.com/office/drawing/2014/main" id="{F13E61B9-5277-E2BA-ABA0-779F867ED30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76523" y="2282112"/>
            <a:ext cx="304800" cy="381000"/>
          </a:xfrm>
          <a:prstGeom prst="rect">
            <a:avLst/>
          </a:prstGeom>
        </p:spPr>
      </p:pic>
      <p:pic>
        <p:nvPicPr>
          <p:cNvPr id="68" name="Image 7" descr="preencoded.png">
            <a:extLst>
              <a:ext uri="{FF2B5EF4-FFF2-40B4-BE49-F238E27FC236}">
                <a16:creationId xmlns:a16="http://schemas.microsoft.com/office/drawing/2014/main" id="{49E3817D-04FA-F886-54C1-C218B325B5D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52723" y="2386887"/>
            <a:ext cx="152400" cy="152400"/>
          </a:xfrm>
          <a:prstGeom prst="rect">
            <a:avLst/>
          </a:prstGeom>
        </p:spPr>
      </p:pic>
      <p:pic>
        <p:nvPicPr>
          <p:cNvPr id="69" name="Image 8" descr="preencoded.png">
            <a:extLst>
              <a:ext uri="{FF2B5EF4-FFF2-40B4-BE49-F238E27FC236}">
                <a16:creationId xmlns:a16="http://schemas.microsoft.com/office/drawing/2014/main" id="{C937AB7A-2941-E823-632D-DD1C9FCB315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76523" y="2815512"/>
            <a:ext cx="152400" cy="381000"/>
          </a:xfrm>
          <a:prstGeom prst="rect">
            <a:avLst/>
          </a:prstGeom>
        </p:spPr>
      </p:pic>
      <p:sp>
        <p:nvSpPr>
          <p:cNvPr id="70" name="Text 3">
            <a:extLst>
              <a:ext uri="{FF2B5EF4-FFF2-40B4-BE49-F238E27FC236}">
                <a16:creationId xmlns:a16="http://schemas.microsoft.com/office/drawing/2014/main" id="{7082BAB1-5489-6599-38A9-B71DC3A1E97F}"/>
              </a:ext>
            </a:extLst>
          </p:cNvPr>
          <p:cNvSpPr/>
          <p:nvPr/>
        </p:nvSpPr>
        <p:spPr>
          <a:xfrm>
            <a:off x="6995623" y="1748712"/>
            <a:ext cx="278799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검색 기능</a:t>
            </a:r>
            <a:endParaRPr lang="en-US" sz="1200" dirty="0"/>
          </a:p>
        </p:txBody>
      </p:sp>
      <p:sp>
        <p:nvSpPr>
          <p:cNvPr id="71" name="Text 4">
            <a:extLst>
              <a:ext uri="{FF2B5EF4-FFF2-40B4-BE49-F238E27FC236}">
                <a16:creationId xmlns:a16="http://schemas.microsoft.com/office/drawing/2014/main" id="{52F36E15-01DC-C2DA-E592-1AF33F0881EF}"/>
              </a:ext>
            </a:extLst>
          </p:cNvPr>
          <p:cNvSpPr/>
          <p:nvPr/>
        </p:nvSpPr>
        <p:spPr>
          <a:xfrm>
            <a:off x="6995623" y="1977312"/>
            <a:ext cx="334559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검색 바에 입력된 키워드로 갤러리 내용을 조회</a:t>
            </a:r>
            <a:endParaRPr lang="en-US" sz="1050" dirty="0"/>
          </a:p>
        </p:txBody>
      </p:sp>
      <p:sp>
        <p:nvSpPr>
          <p:cNvPr id="72" name="Text 5">
            <a:extLst>
              <a:ext uri="{FF2B5EF4-FFF2-40B4-BE49-F238E27FC236}">
                <a16:creationId xmlns:a16="http://schemas.microsoft.com/office/drawing/2014/main" id="{CFE31046-3B0F-70D2-31E3-9F4E166C7615}"/>
              </a:ext>
            </a:extLst>
          </p:cNvPr>
          <p:cNvSpPr/>
          <p:nvPr/>
        </p:nvSpPr>
        <p:spPr>
          <a:xfrm>
            <a:off x="6995623" y="2282112"/>
            <a:ext cx="292134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글쓰기 기능</a:t>
            </a:r>
            <a:endParaRPr lang="en-US" sz="1200" dirty="0"/>
          </a:p>
        </p:txBody>
      </p:sp>
      <p:sp>
        <p:nvSpPr>
          <p:cNvPr id="73" name="Text 6">
            <a:extLst>
              <a:ext uri="{FF2B5EF4-FFF2-40B4-BE49-F238E27FC236}">
                <a16:creationId xmlns:a16="http://schemas.microsoft.com/office/drawing/2014/main" id="{24C10D77-499F-E199-8233-F6F7A6AE6DC8}"/>
              </a:ext>
            </a:extLst>
          </p:cNvPr>
          <p:cNvSpPr/>
          <p:nvPr/>
        </p:nvSpPr>
        <p:spPr>
          <a:xfrm>
            <a:off x="6995623" y="2510712"/>
            <a:ext cx="350561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새로운 게시물을 작성하기 위한 폼 화면으로 이동</a:t>
            </a:r>
            <a:endParaRPr lang="en-US" sz="1050" dirty="0"/>
          </a:p>
        </p:txBody>
      </p:sp>
      <p:sp>
        <p:nvSpPr>
          <p:cNvPr id="74" name="Text 7">
            <a:extLst>
              <a:ext uri="{FF2B5EF4-FFF2-40B4-BE49-F238E27FC236}">
                <a16:creationId xmlns:a16="http://schemas.microsoft.com/office/drawing/2014/main" id="{6B5B1DB6-6BFA-D235-1438-B9C1D36E2D51}"/>
              </a:ext>
            </a:extLst>
          </p:cNvPr>
          <p:cNvSpPr/>
          <p:nvPr/>
        </p:nvSpPr>
        <p:spPr>
          <a:xfrm>
            <a:off x="6843223" y="2815512"/>
            <a:ext cx="190321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카드 표시 기능</a:t>
            </a:r>
            <a:endParaRPr lang="en-US" sz="1200" dirty="0"/>
          </a:p>
        </p:txBody>
      </p:sp>
      <p:sp>
        <p:nvSpPr>
          <p:cNvPr id="75" name="Text 8">
            <a:extLst>
              <a:ext uri="{FF2B5EF4-FFF2-40B4-BE49-F238E27FC236}">
                <a16:creationId xmlns:a16="http://schemas.microsoft.com/office/drawing/2014/main" id="{97EDA275-6ABE-EB3E-EFE5-8687B388AE25}"/>
              </a:ext>
            </a:extLst>
          </p:cNvPr>
          <p:cNvSpPr/>
          <p:nvPr/>
        </p:nvSpPr>
        <p:spPr>
          <a:xfrm>
            <a:off x="6843223" y="3044112"/>
            <a:ext cx="228385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갤러리 내용을 카드 형태로 표시</a:t>
            </a:r>
            <a:endParaRPr lang="en-US" sz="1050" dirty="0"/>
          </a:p>
        </p:txBody>
      </p:sp>
      <p:sp>
        <p:nvSpPr>
          <p:cNvPr id="88" name="Text 13">
            <a:extLst>
              <a:ext uri="{FF2B5EF4-FFF2-40B4-BE49-F238E27FC236}">
                <a16:creationId xmlns:a16="http://schemas.microsoft.com/office/drawing/2014/main" id="{681FD04B-05A4-65ED-E1E3-8DC7C08E82E9}"/>
              </a:ext>
            </a:extLst>
          </p:cNvPr>
          <p:cNvSpPr/>
          <p:nvPr/>
        </p:nvSpPr>
        <p:spPr>
          <a:xfrm>
            <a:off x="6916316" y="1391041"/>
            <a:ext cx="518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1D4E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주요</a:t>
            </a:r>
            <a:r>
              <a:rPr lang="en-US" sz="1500" b="1" dirty="0">
                <a:solidFill>
                  <a:srgbClr val="1D4E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ko-KR" altLang="en-US" sz="1500" b="1" dirty="0">
                <a:solidFill>
                  <a:srgbClr val="1D4E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기능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582</Words>
  <Application>Microsoft Office PowerPoint</Application>
  <PresentationFormat>와이드스크린</PresentationFormat>
  <Paragraphs>159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ui-sans-serif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kimgihyeon</cp:lastModifiedBy>
  <cp:revision>3</cp:revision>
  <dcterms:created xsi:type="dcterms:W3CDTF">2025-11-15T00:50:54Z</dcterms:created>
  <dcterms:modified xsi:type="dcterms:W3CDTF">2025-11-15T05:03:34Z</dcterms:modified>
</cp:coreProperties>
</file>